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2CFF4A-0F2A-4984-A2DC-0839AA0D7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AA5198C-E24E-48CA-A2A6-EE29A3390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F55A87-61E3-478D-BE3D-5949F627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07EBDE-FAE5-43DE-8BE6-9349CD3D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0E548E-2190-4EF0-A012-9FC5E2D4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1109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AB46B-B010-41DD-B5A8-362F3B640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F5E81E-9D32-4151-B26F-E964B2260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C8D1E5-3FE9-4AB8-A5AD-8DC916539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8C9E5F-F203-4957-9640-156A6DFC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674F8B-2E0F-4AF3-AB1F-11541458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87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7E4E81-3EC6-47CC-BCDD-B3F32222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5A4CED-5352-44B7-A70D-43F61EBFB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71305E-9E18-4DA2-B82E-7BB3F3D43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66ECA4-65F1-4FA1-8139-3F8B5A34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B10318-F967-40E7-AAFF-008CA0AA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95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39DFF-947B-452A-BC6A-481F6024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41ED0D-1E6B-4106-B9DC-2B98A3589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38FFDB-6D71-43CB-AC4B-F04F1FD1A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0D08D4-489F-472B-9D11-7DD5012F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365763-DD55-40B7-8A2A-8C104257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2B75F4-615E-430A-9354-4ECC8638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913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D399A-45D4-44E4-BC4E-31B7C8E6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6E5379-AB16-4BCB-B66E-DA8947BAA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701DEA-830A-43AD-BFB4-534816A11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86096F4-D3C2-47C8-8728-1A1E9D8AF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89FCEE-A12E-463A-849F-719A88F0B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993F4D8-E773-4F63-AC00-E7275500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578D2F0-18F2-49B3-B45D-53E4054B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A05FA2-BCDD-42AC-A393-5546CD21D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6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D2AB3-47C3-4D1D-9605-7FF26623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2F379EE-E488-44C3-B545-3467AEF35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A7F9E9-8536-4124-A528-4E95BF49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558260-EE95-4A04-8B67-05DCF196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77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C075CE-C842-4141-8B12-8BE2D068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06859B-AF55-41D3-AB46-0264519F2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0B079E-F41C-41EC-85FA-555753AC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01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8ED19D-56A5-4C38-AA33-07D75379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E569A1-78A2-49A6-AD66-BDE79CB68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B6E864-3D45-43D8-85A6-B50668F9E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A80CCE-85C6-4BFD-A5EF-EFB5D057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3734F8-ED85-4332-8425-64A80B6F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33BA0D-F069-4F5B-8CC0-DA172399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41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F1D823-B4F4-4510-99FA-D00C9AB57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BB76F6-C2C3-476C-8099-E349350F9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994287-C976-4EC0-84CD-BC41E3B21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CD45DB-361D-4B3A-B5C6-DC512690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3CC3E4-8B06-445D-9AF4-8B893DF4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78B824-DD26-495E-9DC7-65E4EDBB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89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424A80-DA1C-412C-931C-BCA1E541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EECB11-A38F-4797-81E8-CDB5CF9F0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5D5C4A-DE79-4DFE-93E7-D45CA476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38E302-9C43-47AD-99BC-EA321AFF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8532A3-FABF-42BC-A405-EC09B330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80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7B8CCC-FEC7-470F-931E-B320D0486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59A3FA-D568-411E-ADEE-EF8B6CA5F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1B084D-1A1B-4288-9956-688F343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706E3D-6A5C-4276-8D17-7AAA7612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67D07B-8498-445C-A05E-6FB77C62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17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EC54D5A-A23F-45E7-97E9-F0614463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8F8402-11DA-4FA5-8C59-E5380E475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043344-662F-4E13-954A-72B7B387A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0C077-37E3-42A3-975C-4CF333C6B70F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DC8FC7-1E93-4CDE-A732-5AD1EF0AA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A8763F-A29E-4F61-AF94-29CDE6307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4F8E9-ABF9-45AD-8BBB-756C3E744E0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95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251EC-4FFB-4FF1-8A51-102176204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Web Architecture</a:t>
            </a:r>
            <a:br>
              <a:rPr lang="fr-FR" dirty="0"/>
            </a:br>
            <a:r>
              <a:rPr lang="fr-FR" dirty="0"/>
              <a:t>Network Components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F3867D-D404-4242-9F4D-C818278CD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5152"/>
            <a:ext cx="9144000" cy="1232647"/>
          </a:xfrm>
        </p:spPr>
        <p:txBody>
          <a:bodyPr>
            <a:normAutofit lnSpcReduction="10000"/>
          </a:bodyPr>
          <a:lstStyle/>
          <a:p>
            <a:r>
              <a:rPr lang="fr-FR" dirty="0">
                <a:hlinkClick r:id="rId2"/>
              </a:rPr>
              <a:t>arnaud.nauwynck@gmail.com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Esilv</a:t>
            </a:r>
            <a:r>
              <a:rPr lang="fr-FR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72892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7BB436-3D9E-4417-9122-CD2FA64A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DNS</a:t>
            </a:r>
            <a:br>
              <a:rPr lang="fr-FR" dirty="0"/>
            </a:br>
            <a:r>
              <a:rPr lang="fr-FR" dirty="0"/>
              <a:t>Domain Name Service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1E7BCC-87D1-4140-8EE1-05217F3A0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213" y="2693997"/>
            <a:ext cx="4328535" cy="279678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1E7A46F-4B1A-49DE-8F15-67C6EADAC83A}"/>
              </a:ext>
            </a:extLst>
          </p:cNvPr>
          <p:cNvSpPr txBox="1"/>
          <p:nvPr/>
        </p:nvSpPr>
        <p:spPr>
          <a:xfrm>
            <a:off x="956123" y="3059668"/>
            <a:ext cx="3656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Example: </a:t>
            </a:r>
            <a:r>
              <a:rPr lang="fr-FR" dirty="0" err="1"/>
              <a:t>resolving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« </a:t>
            </a:r>
            <a:r>
              <a:rPr lang="fr-FR" dirty="0" err="1"/>
              <a:t>nslookup</a:t>
            </a:r>
            <a:r>
              <a:rPr lang="fr-FR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2180516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6BDA43-31C5-4A9F-B446-A77B3621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DNS Server…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DCE004-CAA1-4FA0-A27B-2528E62A3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492" y="3056964"/>
            <a:ext cx="6659486" cy="36241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17CEED0-F6D7-41F8-A135-1E77D4583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894" y="603854"/>
            <a:ext cx="6414361" cy="230723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42675A6-A0BF-4986-B2FC-9EABF272184C}"/>
              </a:ext>
            </a:extLst>
          </p:cNvPr>
          <p:cNvSpPr txBox="1"/>
          <p:nvPr/>
        </p:nvSpPr>
        <p:spPr>
          <a:xfrm>
            <a:off x="956123" y="3059668"/>
            <a:ext cx="2482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Example: « ipconfig /all»</a:t>
            </a:r>
          </a:p>
        </p:txBody>
      </p:sp>
    </p:spTree>
    <p:extLst>
      <p:ext uri="{BB962C8B-B14F-4D97-AF65-F5344CB8AC3E}">
        <p14:creationId xmlns:p14="http://schemas.microsoft.com/office/powerpoint/2010/main" val="200697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F9FBC-7DBC-4BD7-B241-D651C3B4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FQDN =  </a:t>
            </a:r>
            <a:r>
              <a:rPr lang="fr-FR" dirty="0" err="1"/>
              <a:t>hostName</a:t>
            </a:r>
            <a:r>
              <a:rPr lang="fr-FR" dirty="0"/>
              <a:t> + </a:t>
            </a:r>
            <a:r>
              <a:rPr lang="fr-FR" dirty="0" err="1"/>
              <a:t>domainName</a:t>
            </a:r>
            <a:r>
              <a:rPr lang="fr-FR" dirty="0"/>
              <a:t> </a:t>
            </a:r>
            <a:br>
              <a:rPr lang="fr-FR" dirty="0"/>
            </a:b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A42FA2-EE1E-4CA0-A4CD-36C3D3278958}"/>
              </a:ext>
            </a:extLst>
          </p:cNvPr>
          <p:cNvSpPr txBox="1"/>
          <p:nvPr/>
        </p:nvSpPr>
        <p:spPr>
          <a:xfrm>
            <a:off x="466165" y="196238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… « www.google.com »</a:t>
            </a:r>
          </a:p>
          <a:p>
            <a:endParaRPr lang="fr-FR" dirty="0"/>
          </a:p>
          <a:p>
            <a:r>
              <a:rPr lang="fr-FR" dirty="0" err="1"/>
              <a:t>Hostname</a:t>
            </a:r>
            <a:r>
              <a:rPr lang="fr-FR" dirty="0"/>
              <a:t> server1 = « www »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On internet Domain   =  «*.google.com »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TCP-IP:    IPv4=142.251.39.196,  IPv6=..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fr-FR" dirty="0"/>
          </a:p>
          <a:p>
            <a:r>
              <a:rPr lang="fr-FR" dirty="0" err="1"/>
              <a:t>Hostname</a:t>
            </a:r>
            <a:r>
              <a:rPr lang="fr-FR" dirty="0"/>
              <a:t> server « </a:t>
            </a:r>
            <a:r>
              <a:rPr lang="fr-FR" dirty="0" err="1"/>
              <a:t>gmail</a:t>
            </a:r>
            <a:r>
              <a:rPr lang="fr-FR" dirty="0"/>
              <a:t> »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CNAME Alias to « www3.l.google.com »</a:t>
            </a:r>
          </a:p>
          <a:p>
            <a:r>
              <a:rPr lang="fr-FR" dirty="0"/>
              <a:t>…</a:t>
            </a:r>
          </a:p>
          <a:p>
            <a:r>
              <a:rPr lang="fr-FR" dirty="0"/>
              <a:t>=&gt; TCP-IP:  IPv4=…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A59143B-CD4D-4A50-84FE-21ABA5A1C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624" y="1386637"/>
            <a:ext cx="3939881" cy="469432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97F51D-C117-4442-934B-C17490A7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358" y="4878844"/>
            <a:ext cx="3482642" cy="16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9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9C0C4F-3BF3-42F4-A02A-050C69FA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903"/>
            <a:ext cx="10515600" cy="1007429"/>
          </a:xfrm>
        </p:spPr>
        <p:txBody>
          <a:bodyPr/>
          <a:lstStyle/>
          <a:p>
            <a:r>
              <a:rPr lang="fr-FR" dirty="0"/>
              <a:t>TCP-IP  =&gt; Network Gateway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AF43B1-5318-4809-B3EB-87A7A0E84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874" y="3539367"/>
            <a:ext cx="7895004" cy="28272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9808B0-65F2-481D-B883-7EA04CA50AC1}"/>
              </a:ext>
            </a:extLst>
          </p:cNvPr>
          <p:cNvSpPr/>
          <p:nvPr/>
        </p:nvSpPr>
        <p:spPr>
          <a:xfrm>
            <a:off x="1568823" y="1837764"/>
            <a:ext cx="3863788" cy="1461247"/>
          </a:xfrm>
          <a:prstGeom prst="rect">
            <a:avLst/>
          </a:prstGeom>
          <a:solidFill>
            <a:schemeClr val="bg2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96CA2D-3359-4AC7-BB34-3477E63D7F9D}"/>
              </a:ext>
            </a:extLst>
          </p:cNvPr>
          <p:cNvSpPr/>
          <p:nvPr/>
        </p:nvSpPr>
        <p:spPr>
          <a:xfrm>
            <a:off x="2321859" y="2338097"/>
            <a:ext cx="457200" cy="358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15BF2B-5457-46CC-8228-2CBD49307A91}"/>
              </a:ext>
            </a:extLst>
          </p:cNvPr>
          <p:cNvSpPr txBox="1"/>
          <p:nvPr/>
        </p:nvSpPr>
        <p:spPr>
          <a:xfrm>
            <a:off x="2281625" y="2033253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pc1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430A4F-6FCB-4841-ACA5-07A53F5ABF22}"/>
              </a:ext>
            </a:extLst>
          </p:cNvPr>
          <p:cNvSpPr/>
          <p:nvPr/>
        </p:nvSpPr>
        <p:spPr>
          <a:xfrm>
            <a:off x="3287124" y="2596426"/>
            <a:ext cx="457200" cy="358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EAC90FC-E2E0-4DD4-B1E8-E2D77D408AB1}"/>
              </a:ext>
            </a:extLst>
          </p:cNvPr>
          <p:cNvSpPr txBox="1"/>
          <p:nvPr/>
        </p:nvSpPr>
        <p:spPr>
          <a:xfrm>
            <a:off x="3246890" y="2291582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pc2</a:t>
            </a:r>
          </a:p>
        </p:txBody>
      </p:sp>
      <p:sp>
        <p:nvSpPr>
          <p:cNvPr id="11" name="Organigramme : Stockage à accès direct 10">
            <a:extLst>
              <a:ext uri="{FF2B5EF4-FFF2-40B4-BE49-F238E27FC236}">
                <a16:creationId xmlns:a16="http://schemas.microsoft.com/office/drawing/2014/main" id="{F1A9831D-6A09-4AEC-8864-0EC981E92EE5}"/>
              </a:ext>
            </a:extLst>
          </p:cNvPr>
          <p:cNvSpPr/>
          <p:nvPr/>
        </p:nvSpPr>
        <p:spPr>
          <a:xfrm>
            <a:off x="5217460" y="2370340"/>
            <a:ext cx="359420" cy="294100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Nuage 11">
            <a:extLst>
              <a:ext uri="{FF2B5EF4-FFF2-40B4-BE49-F238E27FC236}">
                <a16:creationId xmlns:a16="http://schemas.microsoft.com/office/drawing/2014/main" id="{928CA151-38FC-49AB-9CDC-82E1A871693F}"/>
              </a:ext>
            </a:extLst>
          </p:cNvPr>
          <p:cNvSpPr/>
          <p:nvPr/>
        </p:nvSpPr>
        <p:spPr>
          <a:xfrm>
            <a:off x="6650982" y="2047611"/>
            <a:ext cx="1174376" cy="857273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A7017AB-3152-41DE-BF06-127882D0EC30}"/>
              </a:ext>
            </a:extLst>
          </p:cNvPr>
          <p:cNvCxnSpPr>
            <a:cxnSpLocks/>
          </p:cNvCxnSpPr>
          <p:nvPr/>
        </p:nvCxnSpPr>
        <p:spPr>
          <a:xfrm flipV="1">
            <a:off x="3906422" y="2536736"/>
            <a:ext cx="1155371" cy="294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21919DC-E988-45D3-A2FA-CF76866AD3D2}"/>
              </a:ext>
            </a:extLst>
          </p:cNvPr>
          <p:cNvCxnSpPr>
            <a:cxnSpLocks/>
          </p:cNvCxnSpPr>
          <p:nvPr/>
        </p:nvCxnSpPr>
        <p:spPr>
          <a:xfrm>
            <a:off x="5594709" y="2536736"/>
            <a:ext cx="590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3030D89E-2A5F-4C25-8F22-455EE46254BB}"/>
              </a:ext>
            </a:extLst>
          </p:cNvPr>
          <p:cNvSpPr txBox="1"/>
          <p:nvPr/>
        </p:nvSpPr>
        <p:spPr>
          <a:xfrm>
            <a:off x="1936241" y="1501791"/>
            <a:ext cx="328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Local network: 255.255.240.0/20</a:t>
            </a:r>
          </a:p>
        </p:txBody>
      </p:sp>
    </p:spTree>
    <p:extLst>
      <p:ext uri="{BB962C8B-B14F-4D97-AF65-F5344CB8AC3E}">
        <p14:creationId xmlns:p14="http://schemas.microsoft.com/office/powerpoint/2010/main" val="3749776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FE2D37-FD05-46AA-A8EF-8FD7FED6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CIDR,  Network Mask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3036E9-5F5B-4960-9860-61F3987C63DA}"/>
              </a:ext>
            </a:extLst>
          </p:cNvPr>
          <p:cNvSpPr txBox="1"/>
          <p:nvPr/>
        </p:nvSpPr>
        <p:spPr>
          <a:xfrm>
            <a:off x="3487271" y="2401651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255.255.240.0   </a:t>
            </a:r>
            <a:br>
              <a:rPr lang="fr-FR" dirty="0"/>
            </a:br>
            <a:endParaRPr lang="fr-FR" dirty="0"/>
          </a:p>
          <a:p>
            <a:r>
              <a:rPr lang="fr-FR" dirty="0"/>
              <a:t>255 = 8 bits set to 1</a:t>
            </a:r>
          </a:p>
          <a:p>
            <a:endParaRPr lang="fr-FR" dirty="0"/>
          </a:p>
          <a:p>
            <a:r>
              <a:rPr lang="fr-FR" dirty="0"/>
              <a:t>240 = 11110000 = 4 bits set to 1</a:t>
            </a:r>
          </a:p>
          <a:p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12 (=8+4) bits in local networks      out of 2^32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fr-FR" dirty="0"/>
          </a:p>
          <a:p>
            <a:r>
              <a:rPr lang="fr-FR" dirty="0"/>
              <a:t>i.e.       « /20 »  </a:t>
            </a:r>
            <a:r>
              <a:rPr lang="fr-FR" dirty="0" err="1"/>
              <a:t>mask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71885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147</Words>
  <Application>Microsoft Office PowerPoint</Application>
  <PresentationFormat>Grand écran</PresentationFormat>
  <Paragraphs>32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Thème Office</vt:lpstr>
      <vt:lpstr>Web Architecture Network Components</vt:lpstr>
      <vt:lpstr>DNS Domain Name Service</vt:lpstr>
      <vt:lpstr>DNS Server…</vt:lpstr>
      <vt:lpstr>FQDN =  hostName + domainName  </vt:lpstr>
      <vt:lpstr>TCP-IP  =&gt; Network Gateway</vt:lpstr>
      <vt:lpstr>CIDR,  Network Mask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Architecture Network Components</dc:title>
  <dc:creator>arnaud</dc:creator>
  <cp:lastModifiedBy>arnaud</cp:lastModifiedBy>
  <cp:revision>4</cp:revision>
  <dcterms:created xsi:type="dcterms:W3CDTF">2026-02-10T11:49:44Z</dcterms:created>
  <dcterms:modified xsi:type="dcterms:W3CDTF">2026-02-10T12:13:32Z</dcterms:modified>
</cp:coreProperties>
</file>