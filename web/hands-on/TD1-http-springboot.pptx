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9" r:id="rId4"/>
    <p:sldId id="277" r:id="rId5"/>
    <p:sldId id="258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07" r:id="rId15"/>
    <p:sldId id="308" r:id="rId16"/>
    <p:sldId id="318" r:id="rId17"/>
    <p:sldId id="319" r:id="rId18"/>
    <p:sldId id="320" r:id="rId19"/>
    <p:sldId id="321" r:id="rId20"/>
    <p:sldId id="270" r:id="rId21"/>
    <p:sldId id="272" r:id="rId22"/>
    <p:sldId id="322" r:id="rId23"/>
    <p:sldId id="273" r:id="rId24"/>
    <p:sldId id="274" r:id="rId25"/>
    <p:sldId id="346" r:id="rId26"/>
    <p:sldId id="347" r:id="rId27"/>
    <p:sldId id="275" r:id="rId28"/>
    <p:sldId id="276" r:id="rId29"/>
    <p:sldId id="348" r:id="rId30"/>
    <p:sldId id="349" r:id="rId31"/>
    <p:sldId id="350" r:id="rId32"/>
    <p:sldId id="351" r:id="rId33"/>
    <p:sldId id="357" r:id="rId34"/>
    <p:sldId id="259" r:id="rId35"/>
    <p:sldId id="269" r:id="rId36"/>
    <p:sldId id="356" r:id="rId37"/>
    <p:sldId id="323" r:id="rId38"/>
    <p:sldId id="324" r:id="rId39"/>
    <p:sldId id="361" r:id="rId40"/>
    <p:sldId id="362" r:id="rId41"/>
    <p:sldId id="364" r:id="rId42"/>
    <p:sldId id="363" r:id="rId43"/>
    <p:sldId id="260" r:id="rId44"/>
    <p:sldId id="261" r:id="rId45"/>
    <p:sldId id="262" r:id="rId46"/>
    <p:sldId id="265" r:id="rId47"/>
    <p:sldId id="263" r:id="rId48"/>
    <p:sldId id="264" r:id="rId49"/>
    <p:sldId id="266" r:id="rId50"/>
    <p:sldId id="267" r:id="rId51"/>
    <p:sldId id="268" r:id="rId52"/>
    <p:sldId id="358" r:id="rId53"/>
    <p:sldId id="359" r:id="rId54"/>
    <p:sldId id="360" r:id="rId55"/>
    <p:sldId id="365" r:id="rId56"/>
    <p:sldId id="366" r:id="rId57"/>
    <p:sldId id="367" r:id="rId58"/>
    <p:sldId id="368" r:id="rId59"/>
    <p:sldId id="369" r:id="rId6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1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097A86-C351-463F-9AC6-2484E0361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53B4B8-8BA2-4C99-A597-8FFA6C6DE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DE852E-1581-4B65-8F6B-7227B8CA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5441-B2CC-4630-9FB7-F25FF0759C92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712B7D-479A-49E1-B4AB-217BABDBB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300299-9990-46D4-AA78-AD8A60C9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4466-955F-420C-AD30-51ED2F2CE6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645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30B0E3-0B30-463A-9148-C9038209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86EB7D-F865-4BE4-932D-6856EDBE1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66F9C6-38FD-485C-B608-0C0C0B53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5441-B2CC-4630-9FB7-F25FF0759C92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840025-2425-4B5B-BF93-7F6284FE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1AD8CF-EA8C-4A12-B59A-D10570939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4466-955F-420C-AD30-51ED2F2CE6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33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60259B-9812-4994-890C-1B4E91618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1A5E20-3A14-4AC4-A097-C0B96E0B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0EAE6E-0260-43D9-A049-C5983A63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5441-B2CC-4630-9FB7-F25FF0759C92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832654-E0EF-4BE2-ADF6-34D99F401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D57F49-2908-4603-9461-93BE9E5A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4466-955F-420C-AD30-51ED2F2CE6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6170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DC359C-5B6A-44B0-AD81-C820987E1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B6546C-AEC0-4D28-B98F-792DAFE2B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DFE5BA3-13BA-4F34-88AD-EB7D5A4D7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FAB2692-CEA1-4E62-A2E9-D3A560658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5441-B2CC-4630-9FB7-F25FF0759C92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385869-9081-4F70-BA10-8BCF71A7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CD5FDC-9CDA-4FAA-9CFA-48787093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4466-955F-420C-AD30-51ED2F2CE6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605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CDA049-4E8D-4599-9462-9432A0977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71EB38-017E-4790-BDF0-0F7399CC1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064DB7-7875-4DF9-9D29-AC21343BB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CBC844E-6562-4060-8BE2-7B3B0E271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19E917-4AC7-46F2-9F61-12E25A511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43D783B-7113-4BB1-B0E1-E31AD813B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5441-B2CC-4630-9FB7-F25FF0759C92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DEA7435-425C-40D2-A5A9-88482D070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D289198-3732-4600-A537-ED81282FD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4466-955F-420C-AD30-51ED2F2CE6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1654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02A7A-2335-4AFC-9215-0774B298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6FB92C7-29F9-4EFB-969E-77BC99A47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5441-B2CC-4630-9FB7-F25FF0759C92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606537E-D287-4A8E-8ABB-7059DFAA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BE8B85-12A4-4DCE-8779-AA9836A2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4466-955F-420C-AD30-51ED2F2CE6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54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1AE7F80-BBC9-4CBA-9456-EDD39E3F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5441-B2CC-4630-9FB7-F25FF0759C92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C138593-64BB-4BA4-8FB8-1FEB8139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077EF3-496C-498C-88D8-32FBC7EF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4466-955F-420C-AD30-51ED2F2CE6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25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D638C4-B418-4581-A312-F1C2B965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D2B008-DEA5-4D60-9EC4-76480BABE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ED9F417-2286-4485-94FF-4D481E9DD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75D16F-5008-49EB-8FA9-662CAF8B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5441-B2CC-4630-9FB7-F25FF0759C92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DABCCC-EBE7-457A-98FE-8433243B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F0A76F-8C24-4E90-8E9A-743E082B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4466-955F-420C-AD30-51ED2F2CE6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006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B3E5E1-4710-42CB-80CD-3FFAE21B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647C84D-9E1C-4702-A8DD-0F6C60A32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830280-191D-422E-B7E2-20179F023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30EA49-1E98-4CA0-B4FD-DF805F57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5441-B2CC-4630-9FB7-F25FF0759C92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5A66FF-4AB3-43E9-A21E-B70B5741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9ADEE7-3DBE-496F-AFDD-ECCA57D5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4466-955F-420C-AD30-51ED2F2CE6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8260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146A87-B567-4061-925C-3D6140E4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BB7AB49-F9FC-48D5-9920-9A66D85BB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E337F-66B3-4149-8629-3F0A73772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5441-B2CC-4630-9FB7-F25FF0759C92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4914CC-77B4-4DA2-AE5A-0159ECAC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85B464-C08B-4F42-BF5F-C9B791C4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4466-955F-420C-AD30-51ED2F2CE6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802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3475200-19B7-467D-A555-21C4D1B96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E19B7B-9592-4B45-BCC5-9BCD52175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484913-A58F-440E-B9BE-58913B6E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5441-B2CC-4630-9FB7-F25FF0759C92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0EAD0C-4155-4C01-8201-AFE2F4059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1E29C7-7E1E-4FB2-B95B-D5C215336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4466-955F-420C-AD30-51ED2F2CE6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36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EB0726B-B4EB-42DC-ABC3-3A4F57388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A120A9-2430-4837-AE38-49D7D51F2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3E08ED-67B9-4FD2-B05A-99E39B30D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55441-B2CC-4630-9FB7-F25FF0759C92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233AF7-5C93-44CB-9C8C-0DCDFB1BD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FC99B6-50DB-4654-AE14-815FB2A13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E4466-955F-420C-AD30-51ED2F2CE6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5710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doptium.net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cmder.app/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hyperlink" Target="https://usebruno.com/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259206-B4D0-4DF9-B8FC-C3A07C3548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Workshop 1 - Web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84698A-96ED-4BC4-9131-C5EF8F062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4548"/>
            <a:ext cx="9144000" cy="943252"/>
          </a:xfrm>
        </p:spPr>
        <p:txBody>
          <a:bodyPr/>
          <a:lstStyle/>
          <a:p>
            <a:r>
              <a:rPr lang="fr-FR" dirty="0"/>
              <a:t>java </a:t>
            </a:r>
            <a:r>
              <a:rPr lang="fr-FR" dirty="0" err="1"/>
              <a:t>springboot</a:t>
            </a:r>
            <a:r>
              <a:rPr lang="fr-FR" dirty="0"/>
              <a:t> Http </a:t>
            </a:r>
            <a:r>
              <a:rPr lang="fr-FR" dirty="0" err="1"/>
              <a:t>Rest</a:t>
            </a:r>
            <a:r>
              <a:rPr lang="fr-FR" dirty="0"/>
              <a:t> Api + Http Client(s)</a:t>
            </a:r>
          </a:p>
        </p:txBody>
      </p:sp>
    </p:spTree>
    <p:extLst>
      <p:ext uri="{BB962C8B-B14F-4D97-AF65-F5344CB8AC3E}">
        <p14:creationId xmlns:p14="http://schemas.microsoft.com/office/powerpoint/2010/main" val="3928924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A226-6EFA-AD79-6AF8-AAF5F87D2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TD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1251A-AEEB-6178-3473-B7DB9749ACAD}"/>
              </a:ext>
            </a:extLst>
          </p:cNvPr>
          <p:cNvSpPr txBox="1"/>
          <p:nvPr/>
        </p:nvSpPr>
        <p:spPr>
          <a:xfrm>
            <a:off x="681480" y="1265112"/>
            <a:ext cx="1012225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TD Goals =  code &amp; </a:t>
            </a:r>
            <a:r>
              <a:rPr lang="fr-FR" sz="3200" dirty="0" err="1"/>
              <a:t>debug</a:t>
            </a:r>
            <a:r>
              <a:rPr lang="fr-FR" sz="3200" dirty="0"/>
              <a:t> </a:t>
            </a:r>
            <a:r>
              <a:rPr lang="fr-FR" sz="3200" dirty="0" err="1"/>
              <a:t>yourself</a:t>
            </a:r>
            <a:r>
              <a:rPr lang="fr-FR" sz="3200" dirty="0"/>
              <a:t> a basic Http </a:t>
            </a:r>
            <a:r>
              <a:rPr lang="fr-FR" sz="3200" dirty="0" err="1"/>
              <a:t>client-server</a:t>
            </a:r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1/ </a:t>
            </a:r>
            <a:r>
              <a:rPr lang="fr-FR" sz="3200" dirty="0" err="1"/>
              <a:t>install</a:t>
            </a:r>
            <a:r>
              <a:rPr lang="fr-FR" sz="3200" dirty="0"/>
              <a:t> "Java JDK"</a:t>
            </a:r>
          </a:p>
          <a:p>
            <a:r>
              <a:rPr lang="fr-FR" sz="3200" dirty="0"/>
              <a:t>2/ </a:t>
            </a:r>
            <a:r>
              <a:rPr lang="fr-FR" sz="3200" dirty="0" err="1"/>
              <a:t>install</a:t>
            </a:r>
            <a:r>
              <a:rPr lang="fr-FR" sz="3200" dirty="0"/>
              <a:t> IDE : "</a:t>
            </a:r>
            <a:r>
              <a:rPr lang="fr-FR" sz="3200" dirty="0" err="1"/>
              <a:t>IntelliJ</a:t>
            </a:r>
            <a:r>
              <a:rPr lang="fr-FR" sz="3200" dirty="0"/>
              <a:t> IDEA"</a:t>
            </a:r>
          </a:p>
          <a:p>
            <a:r>
              <a:rPr lang="fr-FR" sz="3200" dirty="0"/>
              <a:t>3/ setup </a:t>
            </a:r>
            <a:r>
              <a:rPr lang="fr-FR" sz="3200" dirty="0" err="1"/>
              <a:t>your</a:t>
            </a:r>
            <a:r>
              <a:rPr lang="fr-FR" sz="3200" dirty="0"/>
              <a:t> app,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spring</a:t>
            </a:r>
            <a:r>
              <a:rPr lang="fr-FR" sz="3200" dirty="0"/>
              <a:t> "</a:t>
            </a:r>
            <a:r>
              <a:rPr lang="fr-FR" sz="3200" dirty="0" err="1"/>
              <a:t>initializr</a:t>
            </a:r>
            <a:r>
              <a:rPr lang="fr-FR" sz="3200" dirty="0"/>
              <a:t>" </a:t>
            </a:r>
            <a:r>
              <a:rPr lang="fr-FR" sz="3200" dirty="0" err="1"/>
              <a:t>click+download</a:t>
            </a:r>
            <a:endParaRPr lang="fr-FR" sz="3200" dirty="0"/>
          </a:p>
          <a:p>
            <a:r>
              <a:rPr lang="fr-FR" sz="3200" dirty="0"/>
              <a:t>4/ run </a:t>
            </a:r>
            <a:r>
              <a:rPr lang="fr-FR" sz="3200" dirty="0" err="1"/>
              <a:t>your</a:t>
            </a:r>
            <a:r>
              <a:rPr lang="fr-FR" sz="3200" dirty="0"/>
              <a:t> app </a:t>
            </a:r>
          </a:p>
          <a:p>
            <a:r>
              <a:rPr lang="fr-FR" sz="3200" dirty="0"/>
              <a:t>5/ open http://localhost:8080</a:t>
            </a:r>
            <a:br>
              <a:rPr lang="fr-FR" sz="3200" dirty="0"/>
            </a:br>
            <a:r>
              <a:rPr lang="fr-FR" sz="3200" dirty="0"/>
              <a:t>6/ </a:t>
            </a:r>
            <a:r>
              <a:rPr lang="fr-FR" sz="3200" dirty="0" err="1"/>
              <a:t>inspect</a:t>
            </a:r>
            <a:r>
              <a:rPr lang="fr-FR" sz="3200" dirty="0"/>
              <a:t> network </a:t>
            </a:r>
            <a:r>
              <a:rPr lang="fr-FR" sz="3200" dirty="0" err="1"/>
              <a:t>requests</a:t>
            </a:r>
            <a:endParaRPr lang="fr-FR" sz="3200" dirty="0"/>
          </a:p>
          <a:p>
            <a:r>
              <a:rPr lang="fr-FR" sz="3200" dirty="0"/>
              <a:t>7/ test Http </a:t>
            </a:r>
            <a:r>
              <a:rPr lang="fr-FR" sz="3200" dirty="0" err="1"/>
              <a:t>requests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202398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5FC8-ED9E-8B2F-3189-E6B195317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3CAB-32E8-633D-1BA1-D95C237B5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TD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2F452-316B-0D7F-D805-787C712EAB82}"/>
              </a:ext>
            </a:extLst>
          </p:cNvPr>
          <p:cNvSpPr txBox="1"/>
          <p:nvPr/>
        </p:nvSpPr>
        <p:spPr>
          <a:xfrm>
            <a:off x="681480" y="1265112"/>
            <a:ext cx="1026434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TD Goals =  code &amp; </a:t>
            </a:r>
            <a:r>
              <a:rPr lang="fr-FR" sz="3200" dirty="0" err="1"/>
              <a:t>debug</a:t>
            </a:r>
            <a:r>
              <a:rPr lang="fr-FR" sz="3200" dirty="0"/>
              <a:t> </a:t>
            </a:r>
            <a:r>
              <a:rPr lang="fr-FR" sz="3200" dirty="0" err="1"/>
              <a:t>yourself</a:t>
            </a:r>
            <a:r>
              <a:rPr lang="fr-FR" sz="3200" dirty="0"/>
              <a:t> a basic http </a:t>
            </a:r>
            <a:r>
              <a:rPr lang="fr-FR" sz="3200" dirty="0" err="1"/>
              <a:t>client-server</a:t>
            </a:r>
            <a:r>
              <a:rPr lang="fr-FR" sz="3200" dirty="0"/>
              <a:t>  </a:t>
            </a:r>
          </a:p>
          <a:p>
            <a:endParaRPr lang="fr-FR" sz="3200" dirty="0"/>
          </a:p>
          <a:p>
            <a:r>
              <a:rPr lang="fr-FR" sz="3200" dirty="0"/>
              <a:t>1/ </a:t>
            </a:r>
            <a:r>
              <a:rPr lang="fr-FR" sz="3200" dirty="0" err="1"/>
              <a:t>install</a:t>
            </a:r>
            <a:r>
              <a:rPr lang="fr-FR" sz="3200" dirty="0"/>
              <a:t> "Java JDK"</a:t>
            </a:r>
          </a:p>
          <a:p>
            <a:r>
              <a:rPr lang="fr-FR" sz="3200" dirty="0"/>
              <a:t>2/ </a:t>
            </a:r>
            <a:r>
              <a:rPr lang="fr-FR" sz="3200" dirty="0" err="1"/>
              <a:t>install</a:t>
            </a:r>
            <a:r>
              <a:rPr lang="fr-FR" sz="3200" dirty="0"/>
              <a:t> IDE : "</a:t>
            </a:r>
            <a:r>
              <a:rPr lang="fr-FR" sz="3200" dirty="0" err="1"/>
              <a:t>IntelliJ</a:t>
            </a:r>
            <a:r>
              <a:rPr lang="fr-FR" sz="3200" dirty="0"/>
              <a:t> IDEA"</a:t>
            </a:r>
          </a:p>
          <a:p>
            <a:r>
              <a:rPr lang="fr-FR" sz="3200" dirty="0"/>
              <a:t>3/ setup </a:t>
            </a:r>
            <a:r>
              <a:rPr lang="fr-FR" sz="3200" dirty="0" err="1"/>
              <a:t>your</a:t>
            </a:r>
            <a:r>
              <a:rPr lang="fr-FR" sz="3200" dirty="0"/>
              <a:t> app,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spring</a:t>
            </a:r>
            <a:r>
              <a:rPr lang="fr-FR" sz="3200" dirty="0"/>
              <a:t> "</a:t>
            </a:r>
            <a:r>
              <a:rPr lang="fr-FR" sz="3200" dirty="0" err="1"/>
              <a:t>initializr</a:t>
            </a:r>
            <a:r>
              <a:rPr lang="fr-FR" sz="3200" dirty="0"/>
              <a:t>" </a:t>
            </a:r>
            <a:r>
              <a:rPr lang="fr-FR" sz="3200" dirty="0" err="1"/>
              <a:t>click+download</a:t>
            </a:r>
            <a:endParaRPr lang="fr-FR" sz="3200" dirty="0"/>
          </a:p>
          <a:p>
            <a:r>
              <a:rPr lang="fr-FR" sz="3200" dirty="0"/>
              <a:t>4/ run </a:t>
            </a:r>
            <a:r>
              <a:rPr lang="fr-FR" sz="3200" dirty="0" err="1"/>
              <a:t>your</a:t>
            </a:r>
            <a:r>
              <a:rPr lang="fr-FR" sz="3200" dirty="0"/>
              <a:t> app </a:t>
            </a:r>
          </a:p>
          <a:p>
            <a:r>
              <a:rPr lang="fr-FR" sz="3200" dirty="0"/>
              <a:t>5/ open http://localhost:8080</a:t>
            </a:r>
            <a:br>
              <a:rPr lang="fr-FR" sz="3200" dirty="0"/>
            </a:br>
            <a:r>
              <a:rPr lang="fr-FR" sz="3200" dirty="0"/>
              <a:t>6/ </a:t>
            </a:r>
            <a:r>
              <a:rPr lang="fr-FR" sz="3200" dirty="0" err="1"/>
              <a:t>inspect</a:t>
            </a:r>
            <a:r>
              <a:rPr lang="fr-FR" sz="3200" dirty="0"/>
              <a:t> network </a:t>
            </a:r>
            <a:r>
              <a:rPr lang="fr-FR" sz="3200" dirty="0" err="1"/>
              <a:t>requests</a:t>
            </a:r>
            <a:endParaRPr lang="fr-FR" sz="3200" dirty="0"/>
          </a:p>
          <a:p>
            <a:r>
              <a:rPr lang="fr-FR" sz="3200" dirty="0"/>
              <a:t>7/ test Http </a:t>
            </a:r>
            <a:r>
              <a:rPr lang="fr-FR" sz="3200" dirty="0" err="1"/>
              <a:t>requests</a:t>
            </a:r>
            <a:endParaRPr lang="fr-FR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A54CC1-C18F-6E51-8B05-CDEB70632E62}"/>
              </a:ext>
            </a:extLst>
          </p:cNvPr>
          <p:cNvSpPr/>
          <p:nvPr/>
        </p:nvSpPr>
        <p:spPr>
          <a:xfrm>
            <a:off x="495517" y="2235938"/>
            <a:ext cx="4505388" cy="575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383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C29A5-5FDD-DE2B-05C5-AA46785D9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0C9D-E6DA-E251-CCA4-C659F67A8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Pre-</a:t>
            </a:r>
            <a:r>
              <a:rPr lang="fr-FR" dirty="0" err="1"/>
              <a:t>Requisite</a:t>
            </a:r>
            <a:r>
              <a:rPr lang="fr-FR" dirty="0"/>
              <a:t> 1 : Install Java JDK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67CAF-A0B4-50FC-22F7-FFC09F256A97}"/>
              </a:ext>
            </a:extLst>
          </p:cNvPr>
          <p:cNvSpPr txBox="1"/>
          <p:nvPr/>
        </p:nvSpPr>
        <p:spPr>
          <a:xfrm>
            <a:off x="674703" y="2012624"/>
            <a:ext cx="11616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JDK </a:t>
            </a:r>
            <a:r>
              <a:rPr lang="fr-FR" sz="2400" dirty="0" err="1"/>
              <a:t>is</a:t>
            </a:r>
            <a:r>
              <a:rPr lang="fr-FR" sz="2400" dirty="0"/>
              <a:t> Open-Source, but </a:t>
            </a:r>
            <a:r>
              <a:rPr lang="fr-FR" sz="2400" dirty="0" err="1"/>
              <a:t>pre-built</a:t>
            </a:r>
            <a:r>
              <a:rPr lang="fr-FR" sz="2400" dirty="0"/>
              <a:t> </a:t>
            </a:r>
            <a:r>
              <a:rPr lang="fr-FR" sz="2400" dirty="0" err="1"/>
              <a:t>binaries</a:t>
            </a:r>
            <a:r>
              <a:rPr lang="fr-FR" sz="2400" dirty="0"/>
              <a:t> </a:t>
            </a:r>
            <a:r>
              <a:rPr lang="fr-FR" sz="2400" dirty="0" err="1"/>
              <a:t>may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licenced</a:t>
            </a:r>
            <a:r>
              <a:rPr lang="fr-FR" sz="2400" dirty="0"/>
              <a:t> if </a:t>
            </a:r>
            <a:r>
              <a:rPr lang="fr-FR" sz="2400" dirty="0" err="1"/>
              <a:t>downloading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oracle.com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66B137-A544-57A7-7D9E-863B9B64CDD6}"/>
              </a:ext>
            </a:extLst>
          </p:cNvPr>
          <p:cNvSpPr txBox="1"/>
          <p:nvPr/>
        </p:nvSpPr>
        <p:spPr>
          <a:xfrm>
            <a:off x="674703" y="2769542"/>
            <a:ext cx="1015835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on linux =&gt;   "apt-get </a:t>
            </a:r>
            <a:r>
              <a:rPr lang="fr-FR" sz="3200" dirty="0" err="1"/>
              <a:t>install</a:t>
            </a:r>
            <a:r>
              <a:rPr lang="fr-FR" sz="3200" dirty="0"/>
              <a:t> default-</a:t>
            </a:r>
            <a:r>
              <a:rPr lang="fr-FR" sz="3200" dirty="0" err="1"/>
              <a:t>jdk</a:t>
            </a:r>
            <a:r>
              <a:rPr lang="fr-FR" sz="3200" dirty="0"/>
              <a:t>"</a:t>
            </a:r>
          </a:p>
          <a:p>
            <a:endParaRPr lang="fr-FR" sz="3200" dirty="0"/>
          </a:p>
          <a:p>
            <a:r>
              <a:rPr lang="fr-FR" sz="3200" dirty="0"/>
              <a:t>on Mac =&gt;   "</a:t>
            </a:r>
            <a:r>
              <a:rPr lang="fr-FR" sz="3200" dirty="0" err="1"/>
              <a:t>brew</a:t>
            </a:r>
            <a:r>
              <a:rPr lang="fr-FR" sz="3200" dirty="0"/>
              <a:t> </a:t>
            </a:r>
            <a:r>
              <a:rPr lang="fr-FR" sz="3200" dirty="0" err="1"/>
              <a:t>install</a:t>
            </a:r>
            <a:r>
              <a:rPr lang="fr-FR" sz="3200" dirty="0"/>
              <a:t> </a:t>
            </a:r>
            <a:r>
              <a:rPr lang="fr-FR" sz="3200" dirty="0" err="1"/>
              <a:t>openjdk</a:t>
            </a:r>
            <a:r>
              <a:rPr lang="fr-FR" sz="3200" dirty="0"/>
              <a:t>"</a:t>
            </a:r>
          </a:p>
          <a:p>
            <a:endParaRPr lang="fr-FR" sz="3200" dirty="0"/>
          </a:p>
          <a:p>
            <a:r>
              <a:rPr lang="fr-FR" sz="3200" dirty="0"/>
              <a:t>on Windows =&gt;  download </a:t>
            </a:r>
            <a:r>
              <a:rPr lang="fr-FR" sz="3200" dirty="0" err="1"/>
              <a:t>adoptium</a:t>
            </a:r>
            <a:r>
              <a:rPr lang="fr-FR" sz="3200" dirty="0"/>
              <a:t> </a:t>
            </a:r>
            <a:r>
              <a:rPr lang="fr-FR" sz="3200" dirty="0" err="1"/>
              <a:t>temurin</a:t>
            </a:r>
            <a:r>
              <a:rPr lang="fr-FR" sz="3200" dirty="0"/>
              <a:t>  .</a:t>
            </a:r>
            <a:r>
              <a:rPr lang="fr-FR" sz="3200" dirty="0" err="1"/>
              <a:t>msi</a:t>
            </a:r>
            <a:r>
              <a:rPr lang="fr-FR" sz="3200" dirty="0"/>
              <a:t>  installer</a:t>
            </a:r>
          </a:p>
          <a:p>
            <a:r>
              <a:rPr lang="fr-FR" sz="3200" dirty="0"/>
              <a:t>                               + </a:t>
            </a:r>
            <a:r>
              <a:rPr lang="fr-FR" sz="3200" dirty="0" err="1"/>
              <a:t>execute</a:t>
            </a:r>
            <a:r>
              <a:rPr lang="fr-FR" sz="3200" dirty="0"/>
              <a:t>  (</a:t>
            </a:r>
            <a:r>
              <a:rPr lang="fr-FR" sz="3200" dirty="0" err="1"/>
              <a:t>see</a:t>
            </a:r>
            <a:r>
              <a:rPr lang="fr-FR" sz="3200" dirty="0"/>
              <a:t> </a:t>
            </a:r>
            <a:r>
              <a:rPr lang="fr-FR" sz="3200" dirty="0" err="1"/>
              <a:t>next</a:t>
            </a:r>
            <a:r>
              <a:rPr lang="fr-FR" sz="3200" dirty="0"/>
              <a:t> slides)</a:t>
            </a:r>
          </a:p>
          <a:p>
            <a:r>
              <a:rPr lang="fr-FR" sz="3200" dirty="0"/>
              <a:t>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95424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947B-BC3C-E9D1-D37A-557BE8B4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FA73-A9AB-5839-2360-62BAC0861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 err="1"/>
              <a:t>Step</a:t>
            </a:r>
            <a:r>
              <a:rPr lang="fr-FR" dirty="0"/>
              <a:t> 1 : Install Java JDK, download (~170 Mo)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D78235-D6C4-A941-6996-6C8B19467BAE}"/>
              </a:ext>
            </a:extLst>
          </p:cNvPr>
          <p:cNvSpPr txBox="1"/>
          <p:nvPr/>
        </p:nvSpPr>
        <p:spPr>
          <a:xfrm>
            <a:off x="674703" y="2012624"/>
            <a:ext cx="11616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JDK </a:t>
            </a:r>
            <a:r>
              <a:rPr lang="fr-FR" sz="2400" dirty="0" err="1"/>
              <a:t>is</a:t>
            </a:r>
            <a:r>
              <a:rPr lang="fr-FR" sz="2400" dirty="0"/>
              <a:t> Open-Source, but </a:t>
            </a:r>
            <a:r>
              <a:rPr lang="fr-FR" sz="2400" dirty="0" err="1"/>
              <a:t>pre-built</a:t>
            </a:r>
            <a:r>
              <a:rPr lang="fr-FR" sz="2400" dirty="0"/>
              <a:t> </a:t>
            </a:r>
            <a:r>
              <a:rPr lang="fr-FR" sz="2400" dirty="0" err="1"/>
              <a:t>binaries</a:t>
            </a:r>
            <a:r>
              <a:rPr lang="fr-FR" sz="2400" dirty="0"/>
              <a:t> </a:t>
            </a:r>
            <a:r>
              <a:rPr lang="fr-FR" sz="2400" dirty="0" err="1"/>
              <a:t>may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licenced</a:t>
            </a:r>
            <a:r>
              <a:rPr lang="fr-FR" sz="2400" dirty="0"/>
              <a:t> if </a:t>
            </a:r>
            <a:r>
              <a:rPr lang="fr-FR" sz="2400" dirty="0" err="1"/>
              <a:t>downloading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oracle.com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A5C7C-0ACE-2C20-5A85-ED8859699FD2}"/>
              </a:ext>
            </a:extLst>
          </p:cNvPr>
          <p:cNvSpPr txBox="1"/>
          <p:nvPr/>
        </p:nvSpPr>
        <p:spPr>
          <a:xfrm>
            <a:off x="674703" y="2769542"/>
            <a:ext cx="7805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Download </a:t>
            </a:r>
            <a:r>
              <a:rPr lang="fr-FR" sz="2400" dirty="0" err="1"/>
              <a:t>from</a:t>
            </a:r>
            <a:r>
              <a:rPr lang="fr-FR" sz="2400" dirty="0"/>
              <a:t> « </a:t>
            </a:r>
            <a:r>
              <a:rPr lang="fr-FR" sz="2400" dirty="0" err="1"/>
              <a:t>adoptium</a:t>
            </a:r>
            <a:r>
              <a:rPr lang="fr-FR" sz="2400" dirty="0"/>
              <a:t> »  (</a:t>
            </a:r>
            <a:r>
              <a:rPr lang="fr-FR" sz="2400" dirty="0" err="1"/>
              <a:t>previously</a:t>
            </a:r>
            <a:r>
              <a:rPr lang="fr-FR" sz="2400" dirty="0"/>
              <a:t> « </a:t>
            </a:r>
            <a:r>
              <a:rPr lang="fr-FR" sz="2400" dirty="0" err="1"/>
              <a:t>adoptOpenJdk</a:t>
            </a:r>
            <a:r>
              <a:rPr lang="fr-FR" sz="2400" dirty="0"/>
              <a:t> »)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080EF3-7827-1DE0-03FF-7043CE844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572" y="3499981"/>
            <a:ext cx="6011759" cy="2603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040138-8BFB-8DDF-62E3-779AABB18A4A}"/>
              </a:ext>
            </a:extLst>
          </p:cNvPr>
          <p:cNvSpPr txBox="1"/>
          <p:nvPr/>
        </p:nvSpPr>
        <p:spPr>
          <a:xfrm>
            <a:off x="941970" y="4373742"/>
            <a:ext cx="399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hlinkClick r:id="rId3"/>
              </a:rPr>
              <a:t>https://adoptium.net/</a:t>
            </a:r>
            <a:r>
              <a:rPr lang="fr-FR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7626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CFEE3-7100-8DAC-B4EC-B72E53E8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00FF-626E-0158-6C46-2AB6D05C8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 err="1"/>
              <a:t>Installing</a:t>
            </a:r>
            <a:r>
              <a:rPr lang="fr-FR" dirty="0"/>
              <a:t> 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008A2F-6B47-E02A-E5B3-0228229AE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72" y="1171105"/>
            <a:ext cx="4381880" cy="34102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C29624-FCAA-BCE7-C1FE-592CCAF13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094" y="1941402"/>
            <a:ext cx="4362828" cy="33988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6AE408-A925-F937-7030-DC107FA7A606}"/>
              </a:ext>
            </a:extLst>
          </p:cNvPr>
          <p:cNvSpPr/>
          <p:nvPr/>
        </p:nvSpPr>
        <p:spPr>
          <a:xfrm>
            <a:off x="5786034" y="3538780"/>
            <a:ext cx="1890793" cy="2428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9FA580-37DA-D3EC-DF83-E650EA39F18A}"/>
              </a:ext>
            </a:extLst>
          </p:cNvPr>
          <p:cNvSpPr/>
          <p:nvPr/>
        </p:nvSpPr>
        <p:spPr>
          <a:xfrm>
            <a:off x="6368384" y="4570553"/>
            <a:ext cx="3296400" cy="3042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16500A-FBDF-A2DA-2815-154379870AF2}"/>
              </a:ext>
            </a:extLst>
          </p:cNvPr>
          <p:cNvSpPr txBox="1"/>
          <p:nvPr/>
        </p:nvSpPr>
        <p:spPr>
          <a:xfrm>
            <a:off x="5361094" y="5716514"/>
            <a:ext cx="5439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You </a:t>
            </a:r>
            <a:r>
              <a:rPr lang="fr-FR" sz="2800" dirty="0" err="1"/>
              <a:t>may</a:t>
            </a:r>
            <a:r>
              <a:rPr lang="fr-FR" sz="2800" dirty="0"/>
              <a:t> change defaults ... </a:t>
            </a:r>
            <a:r>
              <a:rPr lang="fr-FR" sz="2800" dirty="0" err="1"/>
              <a:t>see</a:t>
            </a:r>
            <a:r>
              <a:rPr lang="fr-FR" sz="2800" dirty="0"/>
              <a:t> </a:t>
            </a:r>
            <a:r>
              <a:rPr lang="fr-FR" sz="2800" dirty="0" err="1"/>
              <a:t>next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1791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04FE6-1112-522F-39A8-BAA5CB87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AFFD2-B7FC-C6A0-FF7B-8459FB93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283" y="-1"/>
            <a:ext cx="11725717" cy="1283793"/>
          </a:xfrm>
        </p:spPr>
        <p:txBody>
          <a:bodyPr>
            <a:normAutofit fontScale="90000"/>
          </a:bodyPr>
          <a:lstStyle/>
          <a:p>
            <a:r>
              <a:rPr lang="fr-FR" b="1" dirty="0" err="1"/>
              <a:t>Optional</a:t>
            </a:r>
            <a:r>
              <a:rPr lang="fr-FR" b="1" dirty="0"/>
              <a:t> 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/>
              <a:t> </a:t>
            </a:r>
            <a:r>
              <a:rPr lang="fr-FR" dirty="0" err="1"/>
              <a:t>defining</a:t>
            </a:r>
            <a:r>
              <a:rPr lang="fr-FR" dirty="0"/>
              <a:t> </a:t>
            </a:r>
            <a:r>
              <a:rPr lang="fr-FR" dirty="0" err="1"/>
              <a:t>env</a:t>
            </a:r>
            <a:r>
              <a:rPr lang="fr-FR" dirty="0"/>
              <a:t> variable JAVA_HOME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E334F-80DC-B8C9-350C-6FD37717F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058" y="2665970"/>
            <a:ext cx="4362828" cy="33911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A451A4-BCB3-F99F-F678-765FA35D5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335" y="1533567"/>
            <a:ext cx="4362828" cy="33911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E33A45-6C1A-79E1-6243-ABDB07BE51A2}"/>
              </a:ext>
            </a:extLst>
          </p:cNvPr>
          <p:cNvSpPr/>
          <p:nvPr/>
        </p:nvSpPr>
        <p:spPr>
          <a:xfrm>
            <a:off x="1983100" y="3107761"/>
            <a:ext cx="311984" cy="2228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64B552-0841-DC87-32D8-5CC7372EC53F}"/>
              </a:ext>
            </a:extLst>
          </p:cNvPr>
          <p:cNvSpPr/>
          <p:nvPr/>
        </p:nvSpPr>
        <p:spPr>
          <a:xfrm>
            <a:off x="2052859" y="3330596"/>
            <a:ext cx="3615210" cy="1392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383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8A50B-2A56-7440-0608-E7A16CDB0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91FF-2D0F-ED3B-B6CD-373F5D37C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2446474"/>
          </a:xfrm>
        </p:spPr>
        <p:txBody>
          <a:bodyPr>
            <a:normAutofit fontScale="90000"/>
          </a:bodyPr>
          <a:lstStyle/>
          <a:p>
            <a:r>
              <a:rPr lang="fr-FR" b="1" dirty="0" err="1"/>
              <a:t>Optional</a:t>
            </a:r>
            <a:br>
              <a:rPr lang="fr-FR" b="1" dirty="0"/>
            </a:br>
            <a:r>
              <a:rPr lang="fr-FR" dirty="0" err="1"/>
              <a:t>Changing</a:t>
            </a:r>
            <a:r>
              <a:rPr lang="fr-FR" dirty="0"/>
              <a:t> directory "c:\apps\jdk"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avoid</a:t>
            </a:r>
            <a:r>
              <a:rPr lang="fr-FR" dirty="0"/>
              <a:t> long </a:t>
            </a:r>
            <a:r>
              <a:rPr lang="fr-FR" dirty="0" err="1"/>
              <a:t>names</a:t>
            </a:r>
            <a:r>
              <a:rPr lang="fr-FR" dirty="0"/>
              <a:t>, and </a:t>
            </a:r>
            <a:r>
              <a:rPr lang="fr-FR" dirty="0" err="1"/>
              <a:t>space</a:t>
            </a:r>
            <a:r>
              <a:rPr lang="fr-FR" dirty="0"/>
              <a:t> in </a:t>
            </a:r>
            <a:r>
              <a:rPr lang="fr-FR" dirty="0" err="1"/>
              <a:t>dir</a:t>
            </a:r>
            <a:r>
              <a:rPr lang="fr-FR" dirty="0"/>
              <a:t> </a:t>
            </a:r>
            <a:r>
              <a:rPr lang="fr-FR" dirty="0" err="1"/>
              <a:t>name</a:t>
            </a:r>
            <a:br>
              <a:rPr lang="fr-FR" dirty="0"/>
            </a:br>
            <a:r>
              <a:rPr lang="fr-FR" dirty="0" err="1"/>
              <a:t>so</a:t>
            </a:r>
            <a:r>
              <a:rPr lang="fr-FR" dirty="0"/>
              <a:t> </a:t>
            </a:r>
            <a:r>
              <a:rPr lang="fr-FR" dirty="0" err="1"/>
              <a:t>avoid</a:t>
            </a:r>
            <a:r>
              <a:rPr lang="fr-FR" dirty="0"/>
              <a:t> "Program &amp; Files\...")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1518AD-497E-AE69-327E-ABA7371F9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591" y="3252142"/>
            <a:ext cx="4381880" cy="34178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31C8FA-4F48-0A36-7123-352BE66F6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746" y="2826002"/>
            <a:ext cx="4370449" cy="34102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BCC65FD-F868-DCA7-CA26-F50E8B169B39}"/>
              </a:ext>
            </a:extLst>
          </p:cNvPr>
          <p:cNvSpPr/>
          <p:nvPr/>
        </p:nvSpPr>
        <p:spPr>
          <a:xfrm>
            <a:off x="4929281" y="5468233"/>
            <a:ext cx="865955" cy="2967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6238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5A38C-4369-5188-28BE-BB655C93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085C-2EF8-13E2-1B80-F29A19E5E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07852"/>
          </a:xfrm>
        </p:spPr>
        <p:txBody>
          <a:bodyPr/>
          <a:lstStyle/>
          <a:p>
            <a:r>
              <a:rPr lang="fr-FR" dirty="0"/>
              <a:t>Check Java  installation OK</a:t>
            </a:r>
            <a:br>
              <a:rPr lang="fr-FR" dirty="0"/>
            </a:br>
            <a:r>
              <a:rPr lang="fr-FR" dirty="0"/>
              <a:t>C:&gt;   java -version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90D603-5CBA-477B-F113-6DAD3881F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935" y="1870976"/>
            <a:ext cx="9106689" cy="4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80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99D0-E839-3136-51B9-3DBEB85A2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F4D75-809D-1E13-B1D2-43600694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TD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32F4E-7369-8051-21F5-1C1205634918}"/>
              </a:ext>
            </a:extLst>
          </p:cNvPr>
          <p:cNvSpPr txBox="1"/>
          <p:nvPr/>
        </p:nvSpPr>
        <p:spPr>
          <a:xfrm>
            <a:off x="681480" y="1265112"/>
            <a:ext cx="978126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TD Goals =  </a:t>
            </a:r>
            <a:r>
              <a:rPr lang="fr-FR" sz="3200" dirty="0" err="1"/>
              <a:t>debug</a:t>
            </a:r>
            <a:r>
              <a:rPr lang="fr-FR" sz="3200" dirty="0"/>
              <a:t> </a:t>
            </a:r>
            <a:r>
              <a:rPr lang="fr-FR" sz="3200" dirty="0" err="1"/>
              <a:t>yourself</a:t>
            </a:r>
            <a:r>
              <a:rPr lang="fr-FR" sz="3200" dirty="0"/>
              <a:t> a basic Http </a:t>
            </a:r>
            <a:r>
              <a:rPr lang="fr-FR" sz="3200" dirty="0" err="1"/>
              <a:t>client-server</a:t>
            </a:r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1/ </a:t>
            </a:r>
            <a:r>
              <a:rPr lang="fr-FR" sz="3200" dirty="0" err="1"/>
              <a:t>install</a:t>
            </a:r>
            <a:r>
              <a:rPr lang="fr-FR" sz="3200" dirty="0"/>
              <a:t> "Java JDK"</a:t>
            </a:r>
          </a:p>
          <a:p>
            <a:r>
              <a:rPr lang="fr-FR" sz="3200" dirty="0"/>
              <a:t>2/ </a:t>
            </a:r>
            <a:r>
              <a:rPr lang="fr-FR" sz="3200" dirty="0" err="1"/>
              <a:t>install</a:t>
            </a:r>
            <a:r>
              <a:rPr lang="fr-FR" sz="3200" dirty="0"/>
              <a:t> IDE : "</a:t>
            </a:r>
            <a:r>
              <a:rPr lang="fr-FR" sz="3200" dirty="0" err="1"/>
              <a:t>IntelliJ</a:t>
            </a:r>
            <a:r>
              <a:rPr lang="fr-FR" sz="3200" dirty="0"/>
              <a:t> IDEA"</a:t>
            </a:r>
          </a:p>
          <a:p>
            <a:r>
              <a:rPr lang="fr-FR" sz="3200" dirty="0"/>
              <a:t>3/ setup </a:t>
            </a:r>
            <a:r>
              <a:rPr lang="fr-FR" sz="3200" dirty="0" err="1"/>
              <a:t>your</a:t>
            </a:r>
            <a:r>
              <a:rPr lang="fr-FR" sz="3200" dirty="0"/>
              <a:t> app,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spring</a:t>
            </a:r>
            <a:r>
              <a:rPr lang="fr-FR" sz="3200" dirty="0"/>
              <a:t> "</a:t>
            </a:r>
            <a:r>
              <a:rPr lang="fr-FR" sz="3200" dirty="0" err="1"/>
              <a:t>initializr</a:t>
            </a:r>
            <a:r>
              <a:rPr lang="fr-FR" sz="3200" dirty="0"/>
              <a:t>" </a:t>
            </a:r>
            <a:r>
              <a:rPr lang="fr-FR" sz="3200" dirty="0" err="1"/>
              <a:t>click+download</a:t>
            </a:r>
            <a:endParaRPr lang="fr-FR" sz="3200" dirty="0"/>
          </a:p>
          <a:p>
            <a:r>
              <a:rPr lang="fr-FR" sz="3200" dirty="0"/>
              <a:t>4/ run </a:t>
            </a:r>
            <a:r>
              <a:rPr lang="fr-FR" sz="3200" dirty="0" err="1"/>
              <a:t>your</a:t>
            </a:r>
            <a:r>
              <a:rPr lang="fr-FR" sz="3200" dirty="0"/>
              <a:t> app </a:t>
            </a:r>
          </a:p>
          <a:p>
            <a:r>
              <a:rPr lang="fr-FR" sz="3200" dirty="0"/>
              <a:t>5/ open http://localhost:8080</a:t>
            </a:r>
            <a:br>
              <a:rPr lang="fr-FR" sz="3200" dirty="0"/>
            </a:br>
            <a:r>
              <a:rPr lang="fr-FR" sz="3200" dirty="0"/>
              <a:t>6/ </a:t>
            </a:r>
            <a:r>
              <a:rPr lang="fr-FR" sz="3200" dirty="0" err="1"/>
              <a:t>inspect</a:t>
            </a:r>
            <a:r>
              <a:rPr lang="fr-FR" sz="3200" dirty="0"/>
              <a:t> network </a:t>
            </a:r>
            <a:r>
              <a:rPr lang="fr-FR" sz="3200" dirty="0" err="1"/>
              <a:t>requests</a:t>
            </a:r>
            <a:endParaRPr lang="fr-FR" sz="3200" dirty="0"/>
          </a:p>
          <a:p>
            <a:r>
              <a:rPr lang="fr-FR" sz="3200" dirty="0"/>
              <a:t>7/ test Http </a:t>
            </a:r>
            <a:r>
              <a:rPr lang="fr-FR" sz="3200" dirty="0" err="1"/>
              <a:t>requests</a:t>
            </a:r>
            <a:endParaRPr lang="fr-FR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9AC1EA-3E8D-68FD-5E46-567E36A37F51}"/>
              </a:ext>
            </a:extLst>
          </p:cNvPr>
          <p:cNvSpPr/>
          <p:nvPr/>
        </p:nvSpPr>
        <p:spPr>
          <a:xfrm>
            <a:off x="463650" y="3198206"/>
            <a:ext cx="5507200" cy="575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0241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2A0F3-14B9-22E1-A9DE-1D84C96AF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DB48-B1AA-552F-77B1-1D4E5A18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1303336" cy="919566"/>
          </a:xfrm>
        </p:spPr>
        <p:txBody>
          <a:bodyPr/>
          <a:lstStyle/>
          <a:p>
            <a:r>
              <a:rPr lang="fr-FR" dirty="0"/>
              <a:t>Pre-</a:t>
            </a:r>
            <a:r>
              <a:rPr lang="fr-FR" dirty="0" err="1"/>
              <a:t>Requisite</a:t>
            </a:r>
            <a:r>
              <a:rPr lang="fr-FR" dirty="0"/>
              <a:t> 2 : Install IDE "</a:t>
            </a:r>
            <a:r>
              <a:rPr lang="fr-FR" dirty="0" err="1"/>
              <a:t>IntelliJ</a:t>
            </a:r>
            <a:r>
              <a:rPr lang="fr-FR" dirty="0"/>
              <a:t>  IDEA"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21BA76-E9D8-D22B-7E54-130CF16672C9}"/>
              </a:ext>
            </a:extLst>
          </p:cNvPr>
          <p:cNvSpPr txBox="1"/>
          <p:nvPr/>
        </p:nvSpPr>
        <p:spPr>
          <a:xfrm>
            <a:off x="1265627" y="1980191"/>
            <a:ext cx="858914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IntelliJ</a:t>
            </a:r>
            <a:r>
              <a:rPr lang="fr-FR" sz="2800" dirty="0"/>
              <a:t>  IDEA  </a:t>
            </a:r>
            <a:r>
              <a:rPr lang="fr-FR" sz="2800" dirty="0" err="1"/>
              <a:t>is</a:t>
            </a:r>
            <a:r>
              <a:rPr lang="fr-FR" sz="2800" dirty="0"/>
              <a:t> the </a:t>
            </a:r>
            <a:r>
              <a:rPr lang="fr-FR" sz="2800" dirty="0" err="1"/>
              <a:t>recommended</a:t>
            </a:r>
            <a:r>
              <a:rPr lang="fr-FR" sz="2800" dirty="0"/>
              <a:t> IDE to use</a:t>
            </a:r>
          </a:p>
          <a:p>
            <a:endParaRPr lang="fr-FR" sz="2800" dirty="0"/>
          </a:p>
          <a:p>
            <a:r>
              <a:rPr lang="fr-FR" sz="2800" dirty="0" err="1"/>
              <a:t>it</a:t>
            </a:r>
            <a:r>
              <a:rPr lang="fr-FR" sz="2800" dirty="0"/>
              <a:t> </a:t>
            </a:r>
            <a:r>
              <a:rPr lang="fr-FR" sz="2800" dirty="0" err="1"/>
              <a:t>is</a:t>
            </a:r>
            <a:r>
              <a:rPr lang="fr-FR" sz="2800" dirty="0"/>
              <a:t> the </a:t>
            </a:r>
            <a:r>
              <a:rPr lang="fr-FR" sz="2800" dirty="0" err="1"/>
              <a:t>mostly</a:t>
            </a:r>
            <a:r>
              <a:rPr lang="fr-FR" sz="2800" dirty="0"/>
              <a:t> </a:t>
            </a:r>
            <a:r>
              <a:rPr lang="fr-FR" sz="2800" dirty="0" err="1"/>
              <a:t>used</a:t>
            </a:r>
            <a:r>
              <a:rPr lang="fr-FR" sz="2800" dirty="0"/>
              <a:t> IDE in the world</a:t>
            </a:r>
          </a:p>
          <a:p>
            <a:endParaRPr lang="fr-FR" sz="2800" dirty="0"/>
          </a:p>
          <a:p>
            <a:r>
              <a:rPr lang="fr-FR" sz="2800" dirty="0"/>
              <a:t>100% </a:t>
            </a:r>
            <a:r>
              <a:rPr lang="fr-FR" sz="2800" dirty="0" err="1"/>
              <a:t>ready</a:t>
            </a:r>
            <a:r>
              <a:rPr lang="fr-FR" sz="2800" dirty="0"/>
              <a:t> and </a:t>
            </a:r>
            <a:r>
              <a:rPr lang="fr-FR" sz="2800" dirty="0" err="1"/>
              <a:t>easy</a:t>
            </a:r>
            <a:r>
              <a:rPr lang="fr-FR" sz="2800" dirty="0"/>
              <a:t> to use for </a:t>
            </a:r>
            <a:r>
              <a:rPr lang="fr-FR" sz="2800" dirty="0" err="1"/>
              <a:t>java+maven+http+web</a:t>
            </a:r>
            <a:r>
              <a:rPr lang="fr-FR" sz="2800" dirty="0"/>
              <a:t>+...</a:t>
            </a:r>
          </a:p>
        </p:txBody>
      </p:sp>
    </p:spTree>
    <p:extLst>
      <p:ext uri="{BB962C8B-B14F-4D97-AF65-F5344CB8AC3E}">
        <p14:creationId xmlns:p14="http://schemas.microsoft.com/office/powerpoint/2010/main" val="2174656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74DB-A68D-A4A2-E357-D74AE1A19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EA0A-C11E-CD4E-862A-0C93AB210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Download </a:t>
            </a:r>
            <a:r>
              <a:rPr lang="fr-FR" dirty="0" err="1"/>
              <a:t>IntelliJ</a:t>
            </a:r>
            <a:r>
              <a:rPr lang="fr-FR" dirty="0"/>
              <a:t> IDEA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7A8BC-9B0C-CFCB-B7E6-1D0B2ECF886B}"/>
              </a:ext>
            </a:extLst>
          </p:cNvPr>
          <p:cNvSpPr txBox="1"/>
          <p:nvPr/>
        </p:nvSpPr>
        <p:spPr>
          <a:xfrm>
            <a:off x="1678922" y="919566"/>
            <a:ext cx="86701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/>
              <a:t>https://www.jetbrains.com/idea/download</a:t>
            </a:r>
          </a:p>
          <a:p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376987-598E-9B60-4729-7765104E0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07" y="1567898"/>
            <a:ext cx="11063785" cy="52205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42340E-968E-EA47-E588-AE350C1CAC07}"/>
              </a:ext>
            </a:extLst>
          </p:cNvPr>
          <p:cNvSpPr/>
          <p:nvPr/>
        </p:nvSpPr>
        <p:spPr>
          <a:xfrm>
            <a:off x="1571316" y="5409969"/>
            <a:ext cx="2812959" cy="6214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8321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198EA-83EC-6ADF-41F0-24D558CB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AB0C1-1BA2-5D30-3912-7C3EDD16B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Free 30-days trial   -OR-  </a:t>
            </a:r>
            <a:r>
              <a:rPr lang="fr-FR" dirty="0" err="1"/>
              <a:t>register</a:t>
            </a:r>
            <a:r>
              <a:rPr lang="fr-FR" dirty="0"/>
              <a:t> free 1 </a:t>
            </a:r>
            <a:r>
              <a:rPr lang="fr-FR" dirty="0" err="1"/>
              <a:t>year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EE80A-2FE7-FCE0-E728-32BE588F56D0}"/>
              </a:ext>
            </a:extLst>
          </p:cNvPr>
          <p:cNvSpPr txBox="1"/>
          <p:nvPr/>
        </p:nvSpPr>
        <p:spPr>
          <a:xfrm>
            <a:off x="734244" y="1420076"/>
            <a:ext cx="1125590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version "Community"  </a:t>
            </a:r>
            <a:r>
              <a:rPr lang="fr-FR" sz="2800" dirty="0" err="1"/>
              <a:t>is</a:t>
            </a:r>
            <a:r>
              <a:rPr lang="fr-FR" sz="2800" dirty="0"/>
              <a:t> FREE  (but supports </a:t>
            </a:r>
            <a:r>
              <a:rPr lang="fr-FR" sz="2800" dirty="0" err="1"/>
              <a:t>only</a:t>
            </a:r>
            <a:r>
              <a:rPr lang="fr-FR" sz="2800" dirty="0"/>
              <a:t> java)</a:t>
            </a:r>
          </a:p>
          <a:p>
            <a:endParaRPr lang="fr-FR" sz="2800" dirty="0"/>
          </a:p>
          <a:p>
            <a:r>
              <a:rPr lang="fr-FR" sz="2800" dirty="0"/>
              <a:t>version "</a:t>
            </a:r>
            <a:r>
              <a:rPr lang="fr-FR" sz="2800" dirty="0" err="1"/>
              <a:t>Ultimate</a:t>
            </a:r>
            <a:r>
              <a:rPr lang="fr-FR" sz="2800" dirty="0"/>
              <a:t>" </a:t>
            </a:r>
            <a:r>
              <a:rPr lang="fr-FR" sz="2800" dirty="0" err="1"/>
              <a:t>is</a:t>
            </a:r>
            <a:r>
              <a:rPr lang="fr-FR" sz="2800" dirty="0"/>
              <a:t> </a:t>
            </a:r>
            <a:r>
              <a:rPr lang="fr-FR" sz="2800" dirty="0" err="1"/>
              <a:t>much</a:t>
            </a:r>
            <a:r>
              <a:rPr lang="fr-FR" sz="2800" dirty="0"/>
              <a:t> more </a:t>
            </a:r>
            <a:r>
              <a:rPr lang="fr-FR" sz="2800" dirty="0" err="1"/>
              <a:t>complete</a:t>
            </a:r>
            <a:endParaRPr lang="fr-FR" sz="2800" dirty="0"/>
          </a:p>
          <a:p>
            <a:r>
              <a:rPr lang="fr-FR" sz="2800" dirty="0"/>
              <a:t> ... and </a:t>
            </a:r>
            <a:r>
              <a:rPr lang="fr-FR" sz="2800" dirty="0" err="1"/>
              <a:t>is</a:t>
            </a:r>
            <a:r>
              <a:rPr lang="fr-FR" sz="2800" dirty="0"/>
              <a:t> FREE for </a:t>
            </a:r>
            <a:r>
              <a:rPr lang="fr-FR" sz="2800" dirty="0" err="1"/>
              <a:t>students</a:t>
            </a:r>
            <a:endParaRPr lang="fr-FR" sz="2800" dirty="0"/>
          </a:p>
          <a:p>
            <a:r>
              <a:rPr lang="fr-FR" sz="2800" dirty="0"/>
              <a:t> ... </a:t>
            </a:r>
            <a:r>
              <a:rPr lang="fr-FR" sz="2800" dirty="0" err="1"/>
              <a:t>is</a:t>
            </a:r>
            <a:r>
              <a:rPr lang="fr-FR" sz="2800" dirty="0"/>
              <a:t> </a:t>
            </a:r>
            <a:r>
              <a:rPr lang="fr-FR" sz="2800" dirty="0" err="1"/>
              <a:t>paid</a:t>
            </a:r>
            <a:r>
              <a:rPr lang="fr-FR" sz="2800" dirty="0"/>
              <a:t> by </a:t>
            </a:r>
            <a:r>
              <a:rPr lang="fr-FR" sz="2800" dirty="0" err="1"/>
              <a:t>most</a:t>
            </a:r>
            <a:r>
              <a:rPr lang="fr-FR" sz="2800" dirty="0"/>
              <a:t> </a:t>
            </a:r>
            <a:r>
              <a:rPr lang="fr-FR" sz="2800" dirty="0" err="1"/>
              <a:t>companies</a:t>
            </a:r>
            <a:r>
              <a:rPr lang="fr-FR" sz="2800" dirty="0"/>
              <a:t> for all </a:t>
            </a:r>
            <a:r>
              <a:rPr lang="fr-FR" sz="2800" dirty="0" err="1"/>
              <a:t>developpers</a:t>
            </a:r>
            <a:r>
              <a:rPr lang="fr-FR" sz="2800" dirty="0"/>
              <a:t> </a:t>
            </a:r>
            <a:r>
              <a:rPr lang="fr-FR" sz="2800" dirty="0" err="1"/>
              <a:t>who</a:t>
            </a:r>
            <a:r>
              <a:rPr lang="fr-FR" sz="2800" dirty="0"/>
              <a:t> </a:t>
            </a:r>
            <a:r>
              <a:rPr lang="fr-FR" sz="2800" dirty="0" err="1"/>
              <a:t>ask</a:t>
            </a:r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r>
              <a:rPr lang="fr-FR" sz="2800" dirty="0"/>
              <a:t>For </a:t>
            </a:r>
            <a:r>
              <a:rPr lang="fr-FR" sz="2800" dirty="0" err="1"/>
              <a:t>doing</a:t>
            </a:r>
            <a:r>
              <a:rPr lang="fr-FR" sz="2800" dirty="0"/>
              <a:t> </a:t>
            </a:r>
            <a:r>
              <a:rPr lang="fr-FR" sz="2800" dirty="0" err="1"/>
              <a:t>today</a:t>
            </a:r>
            <a:r>
              <a:rPr lang="fr-FR" sz="2800" dirty="0"/>
              <a:t> TD, </a:t>
            </a:r>
            <a:r>
              <a:rPr lang="fr-FR" sz="2800" dirty="0" err="1"/>
              <a:t>you</a:t>
            </a:r>
            <a:r>
              <a:rPr lang="fr-FR" sz="2800" dirty="0"/>
              <a:t> can </a:t>
            </a:r>
            <a:r>
              <a:rPr lang="fr-FR" sz="2800" dirty="0" err="1"/>
              <a:t>just</a:t>
            </a:r>
            <a:r>
              <a:rPr lang="fr-FR" sz="2800" dirty="0"/>
              <a:t> use "30-day trial"</a:t>
            </a:r>
          </a:p>
          <a:p>
            <a:r>
              <a:rPr lang="fr-FR" sz="2800" dirty="0"/>
              <a:t>if </a:t>
            </a:r>
            <a:r>
              <a:rPr lang="fr-FR" sz="2800" dirty="0" err="1"/>
              <a:t>you</a:t>
            </a:r>
            <a:r>
              <a:rPr lang="fr-FR" sz="2800" dirty="0"/>
              <a:t> have time (or </a:t>
            </a:r>
            <a:r>
              <a:rPr lang="fr-FR" sz="2800" dirty="0" err="1"/>
              <a:t>later</a:t>
            </a:r>
            <a:r>
              <a:rPr lang="fr-FR" sz="2800" dirty="0"/>
              <a:t> at home), </a:t>
            </a:r>
            <a:r>
              <a:rPr lang="fr-FR" sz="2800" dirty="0" err="1"/>
              <a:t>you</a:t>
            </a:r>
            <a:r>
              <a:rPr lang="fr-FR" sz="2800" dirty="0"/>
              <a:t> can </a:t>
            </a:r>
            <a:r>
              <a:rPr lang="fr-FR" sz="2800" dirty="0" err="1"/>
              <a:t>fill</a:t>
            </a:r>
            <a:r>
              <a:rPr lang="fr-FR" sz="2800" dirty="0"/>
              <a:t> the registration page</a:t>
            </a:r>
          </a:p>
          <a:p>
            <a:r>
              <a:rPr lang="fr-FR" sz="2800" dirty="0" err="1"/>
              <a:t>with</a:t>
            </a:r>
            <a:r>
              <a:rPr lang="fr-FR" sz="2800" dirty="0"/>
              <a:t> </a:t>
            </a:r>
            <a:r>
              <a:rPr lang="fr-FR" sz="2800" dirty="0" err="1"/>
              <a:t>your</a:t>
            </a:r>
            <a:r>
              <a:rPr lang="fr-FR" sz="2800" dirty="0"/>
              <a:t> "@</a:t>
            </a:r>
            <a:r>
              <a:rPr lang="fr-FR" sz="2800" dirty="0" err="1"/>
              <a:t>esilv</a:t>
            </a:r>
            <a:r>
              <a:rPr lang="fr-FR" sz="2800" dirty="0"/>
              <a:t>" email  (</a:t>
            </a:r>
            <a:r>
              <a:rPr lang="fr-FR" sz="2800" dirty="0" err="1"/>
              <a:t>see</a:t>
            </a:r>
            <a:r>
              <a:rPr lang="fr-FR" sz="2800" dirty="0"/>
              <a:t> </a:t>
            </a:r>
            <a:r>
              <a:rPr lang="fr-FR" sz="2800" dirty="0" err="1"/>
              <a:t>next</a:t>
            </a:r>
            <a:r>
              <a:rPr lang="fr-FR" sz="2800" dirty="0"/>
              <a:t> slides)</a:t>
            </a:r>
          </a:p>
        </p:txBody>
      </p:sp>
    </p:spTree>
    <p:extLst>
      <p:ext uri="{BB962C8B-B14F-4D97-AF65-F5344CB8AC3E}">
        <p14:creationId xmlns:p14="http://schemas.microsoft.com/office/powerpoint/2010/main" val="722888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34CED-274D-8FFE-8793-14DA3C12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6972"/>
          </a:xfrm>
        </p:spPr>
        <p:txBody>
          <a:bodyPr/>
          <a:lstStyle/>
          <a:p>
            <a:r>
              <a:rPr lang="fr-FR" dirty="0" err="1"/>
              <a:t>Register</a:t>
            </a:r>
            <a:r>
              <a:rPr lang="fr-FR" dirty="0"/>
              <a:t> </a:t>
            </a:r>
            <a:r>
              <a:rPr lang="fr-FR" dirty="0" err="1"/>
              <a:t>IntelliJ</a:t>
            </a:r>
            <a:r>
              <a:rPr lang="fr-FR" dirty="0"/>
              <a:t> IDEA "</a:t>
            </a:r>
            <a:r>
              <a:rPr lang="fr-FR" dirty="0" err="1"/>
              <a:t>Ultimate</a:t>
            </a:r>
            <a:r>
              <a:rPr lang="fr-FR" dirty="0"/>
              <a:t>" as </a:t>
            </a:r>
            <a:r>
              <a:rPr lang="fr-FR" dirty="0" err="1"/>
              <a:t>Student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62AA7-6C94-4F4F-663A-5BC753FF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13" y="1325638"/>
            <a:ext cx="7292429" cy="40061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10F668-ADB7-8625-5C62-647B984400FD}"/>
              </a:ext>
            </a:extLst>
          </p:cNvPr>
          <p:cNvSpPr/>
          <p:nvPr/>
        </p:nvSpPr>
        <p:spPr>
          <a:xfrm>
            <a:off x="6057295" y="1654629"/>
            <a:ext cx="745067" cy="5031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4B2526-E56F-67A7-F299-A0CA20FEAC1E}"/>
              </a:ext>
            </a:extLst>
          </p:cNvPr>
          <p:cNvCxnSpPr>
            <a:cxnSpLocks/>
          </p:cNvCxnSpPr>
          <p:nvPr/>
        </p:nvCxnSpPr>
        <p:spPr>
          <a:xfrm flipH="1">
            <a:off x="4373638" y="2114248"/>
            <a:ext cx="1683657" cy="46437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60FF8BD-9032-8782-1CF0-0ABBE2891992}"/>
              </a:ext>
            </a:extLst>
          </p:cNvPr>
          <p:cNvSpPr/>
          <p:nvPr/>
        </p:nvSpPr>
        <p:spPr>
          <a:xfrm>
            <a:off x="3389086" y="3077107"/>
            <a:ext cx="1478038" cy="4643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B4768C-B2DD-A6C2-151F-459816354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689" y="3115597"/>
            <a:ext cx="6316225" cy="363763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8CDF8B-6574-BAA0-03AA-E1F007DBE1B9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128105" y="3541486"/>
            <a:ext cx="4232124" cy="124830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4FDE08F-1F01-7815-D1E5-02783245751E}"/>
              </a:ext>
            </a:extLst>
          </p:cNvPr>
          <p:cNvSpPr/>
          <p:nvPr/>
        </p:nvSpPr>
        <p:spPr>
          <a:xfrm>
            <a:off x="8360229" y="4716650"/>
            <a:ext cx="1388533" cy="328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7ACB0A-414F-0A94-D9DB-DDB92756768D}"/>
              </a:ext>
            </a:extLst>
          </p:cNvPr>
          <p:cNvCxnSpPr>
            <a:cxnSpLocks/>
          </p:cNvCxnSpPr>
          <p:nvPr/>
        </p:nvCxnSpPr>
        <p:spPr>
          <a:xfrm flipH="1">
            <a:off x="7692571" y="5089676"/>
            <a:ext cx="624115" cy="145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F87C861-815B-326B-30EA-7E1DE279FFD8}"/>
              </a:ext>
            </a:extLst>
          </p:cNvPr>
          <p:cNvSpPr/>
          <p:nvPr/>
        </p:nvSpPr>
        <p:spPr>
          <a:xfrm>
            <a:off x="6068831" y="5200878"/>
            <a:ext cx="1586896" cy="2352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50B456F-0DE3-DFDF-9D50-185FEDBC9B3C}"/>
              </a:ext>
            </a:extLst>
          </p:cNvPr>
          <p:cNvCxnSpPr>
            <a:cxnSpLocks/>
          </p:cNvCxnSpPr>
          <p:nvPr/>
        </p:nvCxnSpPr>
        <p:spPr>
          <a:xfrm flipH="1">
            <a:off x="6666895" y="5512395"/>
            <a:ext cx="392745" cy="314432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9B78035-75B8-A4AF-AF9D-71A64D2BF6C7}"/>
              </a:ext>
            </a:extLst>
          </p:cNvPr>
          <p:cNvSpPr/>
          <p:nvPr/>
        </p:nvSpPr>
        <p:spPr>
          <a:xfrm>
            <a:off x="6008914" y="5826827"/>
            <a:ext cx="856343" cy="193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150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FE254-82CB-9FBB-C28E-B0D06FDCE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8934"/>
          </a:xfrm>
        </p:spPr>
        <p:txBody>
          <a:bodyPr/>
          <a:lstStyle/>
          <a:p>
            <a:pPr algn="ctr"/>
            <a:r>
              <a:rPr lang="fr-FR" dirty="0" err="1"/>
              <a:t>Steps</a:t>
            </a:r>
            <a:r>
              <a:rPr lang="fr-FR" dirty="0"/>
              <a:t> 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AC15C-37DA-43E7-C858-07DC531F7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16" y="1425529"/>
            <a:ext cx="5826051" cy="294974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CA39F7-899A-F5CC-B844-EC0C463FD907}"/>
              </a:ext>
            </a:extLst>
          </p:cNvPr>
          <p:cNvCxnSpPr>
            <a:cxnSpLocks/>
          </p:cNvCxnSpPr>
          <p:nvPr/>
        </p:nvCxnSpPr>
        <p:spPr>
          <a:xfrm>
            <a:off x="232228" y="1346625"/>
            <a:ext cx="0" cy="2465794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C624834-255F-D845-8129-6275BE3AD163}"/>
              </a:ext>
            </a:extLst>
          </p:cNvPr>
          <p:cNvSpPr/>
          <p:nvPr/>
        </p:nvSpPr>
        <p:spPr>
          <a:xfrm>
            <a:off x="328990" y="3812420"/>
            <a:ext cx="1403048" cy="3096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7F09E4-21F3-BCC4-2F78-D5093B504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81" y="2622248"/>
            <a:ext cx="6090326" cy="412447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6FC109-3CB9-5C58-586F-47F69E1909E5}"/>
              </a:ext>
            </a:extLst>
          </p:cNvPr>
          <p:cNvCxnSpPr>
            <a:cxnSpLocks/>
          </p:cNvCxnSpPr>
          <p:nvPr/>
        </p:nvCxnSpPr>
        <p:spPr>
          <a:xfrm>
            <a:off x="1482875" y="4122058"/>
            <a:ext cx="1303868" cy="56242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85CDFC-7465-54EC-BCBD-4A9E97FA6786}"/>
              </a:ext>
            </a:extLst>
          </p:cNvPr>
          <p:cNvCxnSpPr>
            <a:cxnSpLocks/>
          </p:cNvCxnSpPr>
          <p:nvPr/>
        </p:nvCxnSpPr>
        <p:spPr>
          <a:xfrm>
            <a:off x="3704128" y="4908248"/>
            <a:ext cx="3103072" cy="1475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D50E940-D6C4-6F0F-5D9C-8C9D5DB47F77}"/>
              </a:ext>
            </a:extLst>
          </p:cNvPr>
          <p:cNvSpPr/>
          <p:nvPr/>
        </p:nvSpPr>
        <p:spPr>
          <a:xfrm>
            <a:off x="8008405" y="4959047"/>
            <a:ext cx="874338" cy="2177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52C065-2714-9821-08B5-5FE17ADF08E9}"/>
              </a:ext>
            </a:extLst>
          </p:cNvPr>
          <p:cNvSpPr/>
          <p:nvPr/>
        </p:nvSpPr>
        <p:spPr>
          <a:xfrm>
            <a:off x="8615586" y="6529009"/>
            <a:ext cx="874338" cy="2177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6C73EB-0E4D-1A7F-45EE-4D61765C9F8F}"/>
              </a:ext>
            </a:extLst>
          </p:cNvPr>
          <p:cNvSpPr txBox="1"/>
          <p:nvPr/>
        </p:nvSpPr>
        <p:spPr>
          <a:xfrm>
            <a:off x="8630393" y="6453200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@ </a:t>
            </a:r>
            <a:r>
              <a:rPr lang="fr-FR" dirty="0" err="1"/>
              <a:t>esilv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1807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548A3-9581-5C9B-9E16-008B594E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A816-B705-1E21-0C2C-4AC5DAF4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TD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519D4-0B6B-6A12-3CE2-A3542D8A9F20}"/>
              </a:ext>
            </a:extLst>
          </p:cNvPr>
          <p:cNvSpPr txBox="1"/>
          <p:nvPr/>
        </p:nvSpPr>
        <p:spPr>
          <a:xfrm>
            <a:off x="681480" y="1265112"/>
            <a:ext cx="9781267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TD Goals =  </a:t>
            </a:r>
            <a:r>
              <a:rPr lang="fr-FR" sz="3200" dirty="0" err="1"/>
              <a:t>debug</a:t>
            </a:r>
            <a:r>
              <a:rPr lang="fr-FR" sz="3200" dirty="0"/>
              <a:t> </a:t>
            </a:r>
            <a:r>
              <a:rPr lang="fr-FR" sz="3200" dirty="0" err="1"/>
              <a:t>yourself</a:t>
            </a:r>
            <a:r>
              <a:rPr lang="fr-FR" sz="3200" dirty="0"/>
              <a:t> a basic Http </a:t>
            </a:r>
            <a:r>
              <a:rPr lang="fr-FR" sz="3200" dirty="0" err="1"/>
              <a:t>client-server</a:t>
            </a:r>
            <a:endParaRPr lang="fr-FR" sz="3200" dirty="0"/>
          </a:p>
          <a:p>
            <a:r>
              <a:rPr lang="fr-FR" sz="3200" dirty="0"/>
              <a:t> </a:t>
            </a:r>
          </a:p>
          <a:p>
            <a:endParaRPr lang="fr-FR" sz="3200" dirty="0"/>
          </a:p>
          <a:p>
            <a:r>
              <a:rPr lang="fr-FR" sz="3200" dirty="0"/>
              <a:t>1/ </a:t>
            </a:r>
            <a:r>
              <a:rPr lang="fr-FR" sz="3200" dirty="0" err="1"/>
              <a:t>install</a:t>
            </a:r>
            <a:r>
              <a:rPr lang="fr-FR" sz="3200" dirty="0"/>
              <a:t> "Java JDK"</a:t>
            </a:r>
          </a:p>
          <a:p>
            <a:r>
              <a:rPr lang="fr-FR" sz="3200" dirty="0"/>
              <a:t>2/ </a:t>
            </a:r>
            <a:r>
              <a:rPr lang="fr-FR" sz="3200" dirty="0" err="1"/>
              <a:t>install</a:t>
            </a:r>
            <a:r>
              <a:rPr lang="fr-FR" sz="3200" dirty="0"/>
              <a:t> IDE : "</a:t>
            </a:r>
            <a:r>
              <a:rPr lang="fr-FR" sz="3200" dirty="0" err="1"/>
              <a:t>IntelliJ</a:t>
            </a:r>
            <a:r>
              <a:rPr lang="fr-FR" sz="3200" dirty="0"/>
              <a:t> IDEA"</a:t>
            </a:r>
          </a:p>
          <a:p>
            <a:r>
              <a:rPr lang="fr-FR" sz="3200" dirty="0"/>
              <a:t>3/ setup </a:t>
            </a:r>
            <a:r>
              <a:rPr lang="fr-FR" sz="3200" dirty="0" err="1"/>
              <a:t>your</a:t>
            </a:r>
            <a:r>
              <a:rPr lang="fr-FR" sz="3200" dirty="0"/>
              <a:t> app,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spring</a:t>
            </a:r>
            <a:r>
              <a:rPr lang="fr-FR" sz="3200" dirty="0"/>
              <a:t> "</a:t>
            </a:r>
            <a:r>
              <a:rPr lang="fr-FR" sz="3200" dirty="0" err="1"/>
              <a:t>initializr</a:t>
            </a:r>
            <a:r>
              <a:rPr lang="fr-FR" sz="3200" dirty="0"/>
              <a:t>" </a:t>
            </a:r>
            <a:r>
              <a:rPr lang="fr-FR" sz="3200" dirty="0" err="1"/>
              <a:t>click+download</a:t>
            </a:r>
            <a:endParaRPr lang="fr-FR" sz="3200" dirty="0"/>
          </a:p>
          <a:p>
            <a:r>
              <a:rPr lang="fr-FR" sz="3200" dirty="0"/>
              <a:t>4/ run </a:t>
            </a:r>
            <a:r>
              <a:rPr lang="fr-FR" sz="3200" dirty="0" err="1"/>
              <a:t>your</a:t>
            </a:r>
            <a:r>
              <a:rPr lang="fr-FR" sz="3200" dirty="0"/>
              <a:t> app </a:t>
            </a:r>
          </a:p>
          <a:p>
            <a:r>
              <a:rPr lang="fr-FR" sz="3200" dirty="0"/>
              <a:t>5/ open http://localhost:8080</a:t>
            </a:r>
            <a:br>
              <a:rPr lang="fr-FR" sz="3200" dirty="0"/>
            </a:br>
            <a:r>
              <a:rPr lang="fr-FR" sz="3200" dirty="0"/>
              <a:t>6/ </a:t>
            </a:r>
            <a:r>
              <a:rPr lang="fr-FR" sz="3200" dirty="0" err="1"/>
              <a:t>inspect</a:t>
            </a:r>
            <a:r>
              <a:rPr lang="fr-FR" sz="3200" dirty="0"/>
              <a:t> network </a:t>
            </a:r>
            <a:r>
              <a:rPr lang="fr-FR" sz="3200" dirty="0" err="1"/>
              <a:t>requests</a:t>
            </a:r>
            <a:endParaRPr lang="fr-FR" sz="3200" dirty="0"/>
          </a:p>
          <a:p>
            <a:r>
              <a:rPr lang="fr-FR" sz="3200" dirty="0"/>
              <a:t>7/ test Http </a:t>
            </a:r>
            <a:r>
              <a:rPr lang="fr-FR" sz="3200" dirty="0" err="1"/>
              <a:t>requests</a:t>
            </a:r>
            <a:endParaRPr lang="fr-FR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5BE66A-22C2-ABBD-C037-7024F99F363F}"/>
              </a:ext>
            </a:extLst>
          </p:cNvPr>
          <p:cNvSpPr/>
          <p:nvPr/>
        </p:nvSpPr>
        <p:spPr>
          <a:xfrm>
            <a:off x="512095" y="3712100"/>
            <a:ext cx="10315370" cy="575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1465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A8E2-AA1A-1CEC-D155-31628B8EA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913C-D3D0-3235-541B-C28A00DA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380683"/>
          </a:xfrm>
        </p:spPr>
        <p:txBody>
          <a:bodyPr/>
          <a:lstStyle/>
          <a:p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springboot</a:t>
            </a:r>
            <a:r>
              <a:rPr lang="fr-FR" dirty="0"/>
              <a:t> starter  aka "Spring </a:t>
            </a:r>
            <a:r>
              <a:rPr lang="fr-FR" dirty="0" err="1"/>
              <a:t>Initializr</a:t>
            </a:r>
            <a:r>
              <a:rPr lang="fr-FR" dirty="0"/>
              <a:t>"</a:t>
            </a:r>
            <a:br>
              <a:rPr lang="fr-FR" dirty="0"/>
            </a:br>
            <a:r>
              <a:rPr lang="fr-FR" dirty="0"/>
              <a:t>https://start.spring.io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EF2E0-3257-B355-5AF8-CAC21813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872" y="2095247"/>
            <a:ext cx="8794256" cy="321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89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89495-D0FD-538D-8300-B60B93C79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4975-F594-2923-0CB2-54934467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14072"/>
          </a:xfrm>
        </p:spPr>
        <p:txBody>
          <a:bodyPr/>
          <a:lstStyle/>
          <a:p>
            <a:r>
              <a:rPr lang="fr-FR" dirty="0"/>
              <a:t>Open </a:t>
            </a:r>
            <a:r>
              <a:rPr lang="fr-FR" dirty="0" err="1"/>
              <a:t>Springboot</a:t>
            </a:r>
            <a:r>
              <a:rPr lang="fr-FR" dirty="0"/>
              <a:t> </a:t>
            </a:r>
            <a:r>
              <a:rPr lang="fr-FR" dirty="0" err="1"/>
              <a:t>Initializr</a:t>
            </a:r>
            <a:br>
              <a:rPr lang="fr-FR" dirty="0"/>
            </a:br>
            <a:r>
              <a:rPr lang="fr-FR" dirty="0"/>
              <a:t>https://start.spring.io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E6B207-0EBE-FA6F-E1C3-94DB5D87B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884" y="1508688"/>
            <a:ext cx="9911121" cy="532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86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4DA4A-454F-66D7-0E56-473B4DE6C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C95B0-A3D0-A24F-2C35-B9BDFC2BF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Click  "ADD  DEPENDENCIES..."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1BD646-3BE8-896F-96F7-B75E19528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43" y="1440738"/>
            <a:ext cx="8389053" cy="45028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96AA35-806B-B25A-CBDB-9A8FD1ECAECD}"/>
              </a:ext>
            </a:extLst>
          </p:cNvPr>
          <p:cNvSpPr/>
          <p:nvPr/>
        </p:nvSpPr>
        <p:spPr>
          <a:xfrm>
            <a:off x="6987693" y="2468680"/>
            <a:ext cx="1508356" cy="3648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A0C300-FDAC-94B5-3C2A-D29619728522}"/>
              </a:ext>
            </a:extLst>
          </p:cNvPr>
          <p:cNvSpPr/>
          <p:nvPr/>
        </p:nvSpPr>
        <p:spPr>
          <a:xfrm>
            <a:off x="2523179" y="1900460"/>
            <a:ext cx="4204626" cy="2972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10311E-0045-CFC7-B060-AB2AD3E85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154" y="3175178"/>
            <a:ext cx="5041846" cy="16338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137856E-2E18-14AE-7978-104156836157}"/>
              </a:ext>
            </a:extLst>
          </p:cNvPr>
          <p:cNvSpPr/>
          <p:nvPr/>
        </p:nvSpPr>
        <p:spPr>
          <a:xfrm>
            <a:off x="9887592" y="4366950"/>
            <a:ext cx="1835095" cy="442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49A666-054A-883B-E64A-C28C7AE47059}"/>
              </a:ext>
            </a:extLst>
          </p:cNvPr>
          <p:cNvCxnSpPr>
            <a:cxnSpLocks/>
          </p:cNvCxnSpPr>
          <p:nvPr/>
        </p:nvCxnSpPr>
        <p:spPr>
          <a:xfrm flipH="1" flipV="1">
            <a:off x="5540901" y="2264805"/>
            <a:ext cx="4299496" cy="2303168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085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FE423-FABD-6F6B-51E8-DDDD34C2A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945B-3064-E839-6A95-274196CD7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 err="1"/>
              <a:t>Add</a:t>
            </a:r>
            <a:r>
              <a:rPr lang="fr-FR" dirty="0"/>
              <a:t> "web"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40C126-DF5F-CD84-AAC6-6EBFC2B45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55" y="2676490"/>
            <a:ext cx="8292755" cy="40453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29063E-FB2C-6D68-8FDF-364106311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794" y="933747"/>
            <a:ext cx="7056732" cy="14479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6F82AC9-3BB7-F951-A1C1-AA7D8889FF2C}"/>
              </a:ext>
            </a:extLst>
          </p:cNvPr>
          <p:cNvSpPr/>
          <p:nvPr/>
        </p:nvSpPr>
        <p:spPr>
          <a:xfrm>
            <a:off x="7948732" y="3765710"/>
            <a:ext cx="3720465" cy="4611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EC7C2F-73E3-8151-42C1-34AFCEE14677}"/>
              </a:ext>
            </a:extLst>
          </p:cNvPr>
          <p:cNvSpPr/>
          <p:nvPr/>
        </p:nvSpPr>
        <p:spPr>
          <a:xfrm>
            <a:off x="2160560" y="1096069"/>
            <a:ext cx="667419" cy="2967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1D67D4-6267-5B6E-B9E8-DAB403BAB2BB}"/>
              </a:ext>
            </a:extLst>
          </p:cNvPr>
          <p:cNvCxnSpPr>
            <a:cxnSpLocks/>
          </p:cNvCxnSpPr>
          <p:nvPr/>
        </p:nvCxnSpPr>
        <p:spPr>
          <a:xfrm>
            <a:off x="2646310" y="1392795"/>
            <a:ext cx="448409" cy="140286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644E08-6A42-0F43-5ABB-1AD7BBF4015E}"/>
              </a:ext>
            </a:extLst>
          </p:cNvPr>
          <p:cNvCxnSpPr>
            <a:cxnSpLocks/>
          </p:cNvCxnSpPr>
          <p:nvPr/>
        </p:nvCxnSpPr>
        <p:spPr>
          <a:xfrm>
            <a:off x="5310787" y="2107359"/>
            <a:ext cx="2519141" cy="1822744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126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537B2-9452-DE8F-253D-47BA8E95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0213D6-4F7F-5A87-64E3-357744E87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347" y="1123353"/>
            <a:ext cx="4553345" cy="1798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EFE8F9-0F8E-1733-F632-AFE5A15E0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 err="1"/>
              <a:t>Then</a:t>
            </a:r>
            <a:r>
              <a:rPr lang="fr-FR" dirty="0"/>
              <a:t> Click "GENERATE", open </a:t>
            </a:r>
            <a:r>
              <a:rPr lang="fr-FR" dirty="0" err="1"/>
              <a:t>downloaded</a:t>
            </a:r>
            <a:r>
              <a:rPr lang="fr-FR" dirty="0"/>
              <a:t> zip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30D285-F1F3-CFFB-03A2-A5458C897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0206"/>
            <a:ext cx="12192000" cy="16661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79C170E-D3A0-215C-0057-1C65141B44D1}"/>
              </a:ext>
            </a:extLst>
          </p:cNvPr>
          <p:cNvSpPr/>
          <p:nvPr/>
        </p:nvSpPr>
        <p:spPr>
          <a:xfrm>
            <a:off x="10375553" y="1485620"/>
            <a:ext cx="502616" cy="4309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180343-D573-BA15-FAE9-EFA399AF2398}"/>
              </a:ext>
            </a:extLst>
          </p:cNvPr>
          <p:cNvSpPr/>
          <p:nvPr/>
        </p:nvSpPr>
        <p:spPr>
          <a:xfrm>
            <a:off x="3917751" y="5462178"/>
            <a:ext cx="1835095" cy="442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5CAD80-DD38-CBEB-31C2-A57D82B16514}"/>
              </a:ext>
            </a:extLst>
          </p:cNvPr>
          <p:cNvCxnSpPr>
            <a:cxnSpLocks/>
          </p:cNvCxnSpPr>
          <p:nvPr/>
        </p:nvCxnSpPr>
        <p:spPr>
          <a:xfrm flipV="1">
            <a:off x="6576413" y="1737966"/>
            <a:ext cx="3730268" cy="423894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6032E5-036B-2BB7-5936-2B6759BE8888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835299" y="2161860"/>
            <a:ext cx="1741114" cy="3300318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2BFC354-9220-FF65-EEA7-8F98E51649A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9452837" y="1916577"/>
            <a:ext cx="1174024" cy="614613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703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A4216-EB4F-0172-853B-E055795AF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8646A-B6AC-F589-FC51-9911E7DDB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06" y="0"/>
            <a:ext cx="11701494" cy="1308016"/>
          </a:xfrm>
        </p:spPr>
        <p:txBody>
          <a:bodyPr/>
          <a:lstStyle/>
          <a:p>
            <a:r>
              <a:rPr lang="fr-FR" dirty="0" err="1"/>
              <a:t>Extract</a:t>
            </a:r>
            <a:r>
              <a:rPr lang="fr-FR" dirty="0"/>
              <a:t> All in a local </a:t>
            </a:r>
            <a:r>
              <a:rPr lang="fr-FR" dirty="0" err="1"/>
              <a:t>dir</a:t>
            </a:r>
            <a:r>
              <a:rPr lang="fr-FR" dirty="0"/>
              <a:t> 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example</a:t>
            </a:r>
            <a:r>
              <a:rPr lang="fr-FR" dirty="0"/>
              <a:t> in c:\security-course)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E24CD-53BE-537A-FADE-DDF1DA102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9" y="1308016"/>
            <a:ext cx="10040220" cy="28577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8FA9136-1AAA-EDFE-95B6-FAC458992E6A}"/>
              </a:ext>
            </a:extLst>
          </p:cNvPr>
          <p:cNvSpPr/>
          <p:nvPr/>
        </p:nvSpPr>
        <p:spPr>
          <a:xfrm>
            <a:off x="5843682" y="2214593"/>
            <a:ext cx="1211124" cy="442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48F974-D9F3-DAF4-0BE6-8BC5AF796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602" y="3834906"/>
            <a:ext cx="5658640" cy="285789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CE26DD-0E66-7558-FE31-B27B182ADF2A}"/>
              </a:ext>
            </a:extLst>
          </p:cNvPr>
          <p:cNvCxnSpPr>
            <a:cxnSpLocks/>
          </p:cNvCxnSpPr>
          <p:nvPr/>
        </p:nvCxnSpPr>
        <p:spPr>
          <a:xfrm>
            <a:off x="6400800" y="2706866"/>
            <a:ext cx="442061" cy="1453601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CF6F0F-0D18-DAA3-A432-3B81293EC170}"/>
              </a:ext>
            </a:extLst>
          </p:cNvPr>
          <p:cNvCxnSpPr>
            <a:cxnSpLocks/>
          </p:cNvCxnSpPr>
          <p:nvPr/>
        </p:nvCxnSpPr>
        <p:spPr>
          <a:xfrm>
            <a:off x="7339423" y="5473780"/>
            <a:ext cx="2609976" cy="1017854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FCCA741-56FE-FE1F-7302-71E138C8B797}"/>
              </a:ext>
            </a:extLst>
          </p:cNvPr>
          <p:cNvSpPr/>
          <p:nvPr/>
        </p:nvSpPr>
        <p:spPr>
          <a:xfrm>
            <a:off x="6341253" y="5178321"/>
            <a:ext cx="1179838" cy="2954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8444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3E0FD-4CEB-4A98-8B1F-F3EAD6900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7865-74CA-788B-4F7D-1374BB957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06" y="0"/>
            <a:ext cx="11701494" cy="1308016"/>
          </a:xfrm>
        </p:spPr>
        <p:txBody>
          <a:bodyPr/>
          <a:lstStyle/>
          <a:p>
            <a:r>
              <a:rPr lang="fr-FR" dirty="0"/>
              <a:t>Explore </a:t>
            </a:r>
            <a:r>
              <a:rPr lang="fr-FR" dirty="0" err="1"/>
              <a:t>Dir</a:t>
            </a:r>
            <a:r>
              <a:rPr lang="fr-FR" dirty="0"/>
              <a:t> &amp; Files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AD4BDA-674D-82BB-1B23-4998E85C4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888" y="1308016"/>
            <a:ext cx="9346927" cy="28577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C4093C-CCEC-4992-4454-A287C0DEF7B8}"/>
              </a:ext>
            </a:extLst>
          </p:cNvPr>
          <p:cNvSpPr txBox="1"/>
          <p:nvPr/>
        </p:nvSpPr>
        <p:spPr>
          <a:xfrm>
            <a:off x="1005234" y="4572000"/>
            <a:ext cx="1054840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fr-FR" sz="2000" dirty="0"/>
            </a:br>
            <a:r>
              <a:rPr lang="fr-FR" sz="2000" dirty="0" err="1"/>
              <a:t>Basically</a:t>
            </a:r>
            <a:r>
              <a:rPr lang="fr-FR" sz="2000" dirty="0"/>
              <a:t> 2 </a:t>
            </a:r>
            <a:r>
              <a:rPr lang="fr-FR" sz="2000" dirty="0" err="1"/>
              <a:t>interresting</a:t>
            </a:r>
            <a:r>
              <a:rPr lang="fr-FR" sz="2000" dirty="0"/>
              <a:t> files:</a:t>
            </a:r>
          </a:p>
          <a:p>
            <a:endParaRPr lang="fr-FR" sz="2000" dirty="0"/>
          </a:p>
          <a:p>
            <a:r>
              <a:rPr lang="fr-FR" sz="2000" dirty="0"/>
              <a:t>"pom.xml"    =&gt;   </a:t>
            </a:r>
            <a:r>
              <a:rPr lang="fr-FR" sz="2000" dirty="0" err="1"/>
              <a:t>maven</a:t>
            </a:r>
            <a:r>
              <a:rPr lang="fr-FR" sz="2000" dirty="0"/>
              <a:t> description of the java </a:t>
            </a:r>
            <a:r>
              <a:rPr lang="fr-FR" sz="2000" dirty="0" err="1"/>
              <a:t>project</a:t>
            </a:r>
            <a:endParaRPr lang="fr-FR" sz="2000" dirty="0"/>
          </a:p>
          <a:p>
            <a:r>
              <a:rPr lang="fr-FR" sz="2000" dirty="0"/>
              <a:t>"src/main/java/com/</a:t>
            </a:r>
            <a:r>
              <a:rPr lang="fr-FR" sz="2000" dirty="0" err="1"/>
              <a:t>example</a:t>
            </a:r>
            <a:r>
              <a:rPr lang="fr-FR" sz="2000" dirty="0"/>
              <a:t>/</a:t>
            </a:r>
            <a:r>
              <a:rPr lang="fr-FR" sz="2000" dirty="0" err="1"/>
              <a:t>demo</a:t>
            </a:r>
            <a:r>
              <a:rPr lang="fr-FR" sz="2000" dirty="0"/>
              <a:t>/DemoApplication.java"    =&gt; the main program (= the web app)</a:t>
            </a:r>
          </a:p>
        </p:txBody>
      </p:sp>
    </p:spTree>
    <p:extLst>
      <p:ext uri="{BB962C8B-B14F-4D97-AF65-F5344CB8AC3E}">
        <p14:creationId xmlns:p14="http://schemas.microsoft.com/office/powerpoint/2010/main" val="2938236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A8302-0B81-8DB9-3A0B-EE2A1078A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56C88-3C49-BBE5-9C11-5B2C4FA17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199015"/>
          </a:xfrm>
        </p:spPr>
        <p:txBody>
          <a:bodyPr/>
          <a:lstStyle/>
          <a:p>
            <a:r>
              <a:rPr lang="fr-FR" dirty="0"/>
              <a:t>Explore </a:t>
            </a:r>
            <a:r>
              <a:rPr lang="fr-FR" dirty="0" err="1"/>
              <a:t>Dir</a:t>
            </a:r>
            <a:r>
              <a:rPr lang="fr-FR" dirty="0"/>
              <a:t> &amp; Files 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initializr</a:t>
            </a:r>
            <a:r>
              <a:rPr lang="fr-FR" dirty="0"/>
              <a:t> "EXPLORE"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B10A76-2397-8EC3-A4B4-E1BA62D25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024" y="1464599"/>
            <a:ext cx="9078092" cy="531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24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3066E-9F3A-3BD2-1148-778D6805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4177"/>
            <a:ext cx="11133779" cy="1325563"/>
          </a:xfrm>
        </p:spPr>
        <p:txBody>
          <a:bodyPr/>
          <a:lstStyle/>
          <a:p>
            <a:r>
              <a:rPr lang="fr-FR" dirty="0"/>
              <a:t>pom.xml </a:t>
            </a:r>
            <a:r>
              <a:rPr lang="fr-FR" dirty="0" err="1"/>
              <a:t>contains</a:t>
            </a:r>
            <a:r>
              <a:rPr lang="fr-FR" dirty="0"/>
              <a:t> basic information </a:t>
            </a:r>
            <a:br>
              <a:rPr lang="fr-FR" dirty="0"/>
            </a:br>
            <a:r>
              <a:rPr lang="fr-FR" dirty="0"/>
              <a:t>+ </a:t>
            </a:r>
            <a:r>
              <a:rPr lang="fr-FR" dirty="0" err="1"/>
              <a:t>springboot</a:t>
            </a:r>
            <a:r>
              <a:rPr lang="fr-FR" dirty="0"/>
              <a:t> </a:t>
            </a:r>
            <a:r>
              <a:rPr lang="fr-FR" dirty="0" err="1"/>
              <a:t>dependencies</a:t>
            </a:r>
            <a:r>
              <a:rPr lang="fr-FR" dirty="0"/>
              <a:t>: starter-web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3DAE3EA-CEE6-4D62-90A8-4480B4366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111" y="2236622"/>
            <a:ext cx="8363675" cy="376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74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1C48-48AD-C504-34E4-E3F482B2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F01B-DA72-D0E5-7CAE-269C46686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TD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19E77-6AD2-3DF1-3F6F-1087FD1A0444}"/>
              </a:ext>
            </a:extLst>
          </p:cNvPr>
          <p:cNvSpPr txBox="1"/>
          <p:nvPr/>
        </p:nvSpPr>
        <p:spPr>
          <a:xfrm>
            <a:off x="681480" y="1265112"/>
            <a:ext cx="9781267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TD Goals =  </a:t>
            </a:r>
            <a:r>
              <a:rPr lang="fr-FR" sz="3200" dirty="0" err="1"/>
              <a:t>debug</a:t>
            </a:r>
            <a:r>
              <a:rPr lang="fr-FR" sz="3200" dirty="0"/>
              <a:t> </a:t>
            </a:r>
            <a:r>
              <a:rPr lang="fr-FR" sz="3200" dirty="0" err="1"/>
              <a:t>yourself</a:t>
            </a:r>
            <a:r>
              <a:rPr lang="fr-FR" sz="3200" dirty="0"/>
              <a:t> a basic Http </a:t>
            </a:r>
            <a:r>
              <a:rPr lang="fr-FR" sz="3200" dirty="0" err="1"/>
              <a:t>client-server</a:t>
            </a:r>
            <a:endParaRPr lang="fr-FR" sz="3200" dirty="0"/>
          </a:p>
          <a:p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1/ </a:t>
            </a:r>
            <a:r>
              <a:rPr lang="fr-FR" sz="3200" dirty="0" err="1"/>
              <a:t>install</a:t>
            </a:r>
            <a:r>
              <a:rPr lang="fr-FR" sz="3200" dirty="0"/>
              <a:t> "Java JDK"</a:t>
            </a:r>
          </a:p>
          <a:p>
            <a:r>
              <a:rPr lang="fr-FR" sz="3200" dirty="0"/>
              <a:t>2/ </a:t>
            </a:r>
            <a:r>
              <a:rPr lang="fr-FR" sz="3200" dirty="0" err="1"/>
              <a:t>install</a:t>
            </a:r>
            <a:r>
              <a:rPr lang="fr-FR" sz="3200" dirty="0"/>
              <a:t> IDE : "</a:t>
            </a:r>
            <a:r>
              <a:rPr lang="fr-FR" sz="3200" dirty="0" err="1"/>
              <a:t>IntelliJ</a:t>
            </a:r>
            <a:r>
              <a:rPr lang="fr-FR" sz="3200" dirty="0"/>
              <a:t> IDEA"</a:t>
            </a:r>
          </a:p>
          <a:p>
            <a:r>
              <a:rPr lang="fr-FR" sz="3200" dirty="0"/>
              <a:t>3/ setup </a:t>
            </a:r>
            <a:r>
              <a:rPr lang="fr-FR" sz="3200" dirty="0" err="1"/>
              <a:t>your</a:t>
            </a:r>
            <a:r>
              <a:rPr lang="fr-FR" sz="3200" dirty="0"/>
              <a:t> app,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spring</a:t>
            </a:r>
            <a:r>
              <a:rPr lang="fr-FR" sz="3200" dirty="0"/>
              <a:t> "</a:t>
            </a:r>
            <a:r>
              <a:rPr lang="fr-FR" sz="3200" dirty="0" err="1"/>
              <a:t>initializr</a:t>
            </a:r>
            <a:r>
              <a:rPr lang="fr-FR" sz="3200" dirty="0"/>
              <a:t>" </a:t>
            </a:r>
            <a:r>
              <a:rPr lang="fr-FR" sz="3200" dirty="0" err="1"/>
              <a:t>click+download</a:t>
            </a:r>
            <a:endParaRPr lang="fr-FR" sz="3200" dirty="0"/>
          </a:p>
          <a:p>
            <a:r>
              <a:rPr lang="fr-FR" sz="3200" dirty="0"/>
              <a:t>4/ run </a:t>
            </a:r>
            <a:r>
              <a:rPr lang="fr-FR" sz="3200" dirty="0" err="1"/>
              <a:t>your</a:t>
            </a:r>
            <a:r>
              <a:rPr lang="fr-FR" sz="3200" dirty="0"/>
              <a:t> app </a:t>
            </a:r>
          </a:p>
          <a:p>
            <a:r>
              <a:rPr lang="fr-FR" sz="3200" dirty="0"/>
              <a:t>5/ open http://localhost:8080</a:t>
            </a:r>
            <a:br>
              <a:rPr lang="fr-FR" sz="3200" dirty="0"/>
            </a:br>
            <a:r>
              <a:rPr lang="fr-FR" sz="3200" dirty="0"/>
              <a:t>6/ </a:t>
            </a:r>
            <a:r>
              <a:rPr lang="fr-FR" sz="3200" dirty="0" err="1"/>
              <a:t>inspect</a:t>
            </a:r>
            <a:r>
              <a:rPr lang="fr-FR" sz="3200" dirty="0"/>
              <a:t> network </a:t>
            </a:r>
            <a:r>
              <a:rPr lang="fr-FR" sz="3200" dirty="0" err="1"/>
              <a:t>requests</a:t>
            </a:r>
            <a:endParaRPr lang="fr-FR" sz="3200" dirty="0"/>
          </a:p>
          <a:p>
            <a:r>
              <a:rPr lang="fr-FR" sz="3200" dirty="0"/>
              <a:t>7/ test Http </a:t>
            </a:r>
            <a:r>
              <a:rPr lang="fr-FR" sz="3200" dirty="0" err="1"/>
              <a:t>requests</a:t>
            </a:r>
            <a:endParaRPr lang="fr-FR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07D4A6-CE95-FEF3-C091-B88A1CAADB61}"/>
              </a:ext>
            </a:extLst>
          </p:cNvPr>
          <p:cNvSpPr/>
          <p:nvPr/>
        </p:nvSpPr>
        <p:spPr>
          <a:xfrm>
            <a:off x="436621" y="4178384"/>
            <a:ext cx="4505388" cy="575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155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335D2-6A74-1D2D-7E08-1EEA60CD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68903-BE8F-96F5-1D53-C34C79FD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320127"/>
          </a:xfrm>
        </p:spPr>
        <p:txBody>
          <a:bodyPr/>
          <a:lstStyle/>
          <a:p>
            <a:r>
              <a:rPr lang="fr-FR" dirty="0"/>
              <a:t>Launch </a:t>
            </a:r>
            <a:r>
              <a:rPr lang="fr-FR" dirty="0" err="1"/>
              <a:t>your</a:t>
            </a:r>
            <a:r>
              <a:rPr lang="fr-FR" dirty="0"/>
              <a:t> IDEA </a:t>
            </a:r>
            <a:r>
              <a:rPr lang="fr-FR" dirty="0" err="1"/>
              <a:t>IntelliJ</a:t>
            </a:r>
            <a:br>
              <a:rPr lang="fr-FR" dirty="0"/>
            </a:br>
            <a:r>
              <a:rPr lang="fr-FR" dirty="0"/>
              <a:t>Open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844A36-AD26-69C1-21DE-ADC691B17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95" y="1415594"/>
            <a:ext cx="1066892" cy="9983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035F7B-74E5-BED7-1D47-09A13EB71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518" y="1710840"/>
            <a:ext cx="5979227" cy="488038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902E045-7F66-90FC-5D08-BD9D4F358B16}"/>
              </a:ext>
            </a:extLst>
          </p:cNvPr>
          <p:cNvSpPr/>
          <p:nvPr/>
        </p:nvSpPr>
        <p:spPr>
          <a:xfrm>
            <a:off x="120253" y="1372516"/>
            <a:ext cx="1211124" cy="11402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E9430B-BFA3-28FA-D4A1-541B0D0A5839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331377" y="1942629"/>
            <a:ext cx="4013721" cy="35245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84F5279-5D79-F120-4DF9-706A6CDF1B81}"/>
              </a:ext>
            </a:extLst>
          </p:cNvPr>
          <p:cNvSpPr/>
          <p:nvPr/>
        </p:nvSpPr>
        <p:spPr>
          <a:xfrm>
            <a:off x="5485239" y="2057812"/>
            <a:ext cx="758115" cy="4428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BD9F0F-64FC-CA16-043F-2292B543A499}"/>
              </a:ext>
            </a:extLst>
          </p:cNvPr>
          <p:cNvCxnSpPr>
            <a:cxnSpLocks/>
          </p:cNvCxnSpPr>
          <p:nvPr/>
        </p:nvCxnSpPr>
        <p:spPr>
          <a:xfrm>
            <a:off x="8133998" y="2698087"/>
            <a:ext cx="2718472" cy="98357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E501AD8-BA5F-78BB-0E05-C46495BA0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998" y="2095087"/>
            <a:ext cx="4058002" cy="4762913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84EE611-9677-2FE1-DCC1-F23DBDB3C34C}"/>
              </a:ext>
            </a:extLst>
          </p:cNvPr>
          <p:cNvCxnSpPr>
            <a:cxnSpLocks/>
          </p:cNvCxnSpPr>
          <p:nvPr/>
        </p:nvCxnSpPr>
        <p:spPr>
          <a:xfrm>
            <a:off x="6340244" y="2295084"/>
            <a:ext cx="2440418" cy="245858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179E67A-7266-A337-BA2B-549DA8EDB496}"/>
              </a:ext>
            </a:extLst>
          </p:cNvPr>
          <p:cNvCxnSpPr>
            <a:cxnSpLocks/>
          </p:cNvCxnSpPr>
          <p:nvPr/>
        </p:nvCxnSpPr>
        <p:spPr>
          <a:xfrm>
            <a:off x="9888843" y="4999048"/>
            <a:ext cx="878849" cy="1250361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08A58C1-35A6-AA1E-B214-845D8F6599D9}"/>
              </a:ext>
            </a:extLst>
          </p:cNvPr>
          <p:cNvSpPr/>
          <p:nvPr/>
        </p:nvSpPr>
        <p:spPr>
          <a:xfrm>
            <a:off x="8828956" y="4605603"/>
            <a:ext cx="1229444" cy="3297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7FD209-F500-A506-B25A-CDA88FB4C280}"/>
              </a:ext>
            </a:extLst>
          </p:cNvPr>
          <p:cNvSpPr/>
          <p:nvPr/>
        </p:nvSpPr>
        <p:spPr>
          <a:xfrm>
            <a:off x="10512572" y="6437134"/>
            <a:ext cx="764019" cy="375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377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4D25-4BCB-5C94-BF11-1A0DEB7E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98D8A-9E59-C836-5858-A26D94C8D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Click default "</a:t>
            </a:r>
            <a:r>
              <a:rPr lang="fr-FR" dirty="0" err="1"/>
              <a:t>Load</a:t>
            </a:r>
            <a:r>
              <a:rPr lang="fr-FR" dirty="0"/>
              <a:t> Maven Project"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E5109-FF53-CE54-14C2-51E3ED93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625" y="919566"/>
            <a:ext cx="10223921" cy="56449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89040D-1C27-A447-041D-A3595CB2359D}"/>
              </a:ext>
            </a:extLst>
          </p:cNvPr>
          <p:cNvSpPr/>
          <p:nvPr/>
        </p:nvSpPr>
        <p:spPr>
          <a:xfrm>
            <a:off x="8810940" y="5822784"/>
            <a:ext cx="1350405" cy="3479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44655B-B4E4-9E84-037C-32BC36A2E53B}"/>
              </a:ext>
            </a:extLst>
          </p:cNvPr>
          <p:cNvCxnSpPr>
            <a:cxnSpLocks/>
          </p:cNvCxnSpPr>
          <p:nvPr/>
        </p:nvCxnSpPr>
        <p:spPr>
          <a:xfrm>
            <a:off x="7199462" y="5607809"/>
            <a:ext cx="1397765" cy="429950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1599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84A84-C12A-4CD8-0F31-C6C328B25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1290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Wait</a:t>
            </a:r>
            <a:r>
              <a:rPr lang="fr-FR" dirty="0"/>
              <a:t> few minutes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downloading</a:t>
            </a:r>
            <a:r>
              <a:rPr lang="fr-FR" dirty="0"/>
              <a:t> </a:t>
            </a:r>
            <a:r>
              <a:rPr lang="fr-FR" dirty="0" err="1"/>
              <a:t>dependencies</a:t>
            </a:r>
            <a:r>
              <a:rPr lang="fr-FR" dirty="0"/>
              <a:t> ...)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561C6D-65D1-7F15-CB3C-6C5720198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084" y="1421200"/>
            <a:ext cx="3200677" cy="3905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45A075-9BA1-9BE7-1E98-3A66222E0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940" y="1025831"/>
            <a:ext cx="4324725" cy="579170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F6E70D-F071-2899-55F3-83D28279A190}"/>
              </a:ext>
            </a:extLst>
          </p:cNvPr>
          <p:cNvCxnSpPr>
            <a:cxnSpLocks/>
          </p:cNvCxnSpPr>
          <p:nvPr/>
        </p:nvCxnSpPr>
        <p:spPr>
          <a:xfrm>
            <a:off x="511335" y="3823531"/>
            <a:ext cx="999179" cy="793287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B2CF42B-5CD8-AE95-B1B0-6BB30CEA4780}"/>
              </a:ext>
            </a:extLst>
          </p:cNvPr>
          <p:cNvSpPr/>
          <p:nvPr/>
        </p:nvSpPr>
        <p:spPr>
          <a:xfrm>
            <a:off x="7343830" y="1275373"/>
            <a:ext cx="4324725" cy="55421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4FEDED-6CD3-7FF0-0D6B-473AAA193C8D}"/>
              </a:ext>
            </a:extLst>
          </p:cNvPr>
          <p:cNvSpPr/>
          <p:nvPr/>
        </p:nvSpPr>
        <p:spPr>
          <a:xfrm>
            <a:off x="1569417" y="4468362"/>
            <a:ext cx="2857247" cy="3695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8A543A-C62F-1EF8-4105-3F10C8F348A9}"/>
              </a:ext>
            </a:extLst>
          </p:cNvPr>
          <p:cNvCxnSpPr>
            <a:cxnSpLocks/>
          </p:cNvCxnSpPr>
          <p:nvPr/>
        </p:nvCxnSpPr>
        <p:spPr>
          <a:xfrm>
            <a:off x="4544470" y="4734997"/>
            <a:ext cx="2310502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C2EC49-349D-7BBB-2E93-1EAB37AE84E0}"/>
              </a:ext>
            </a:extLst>
          </p:cNvPr>
          <p:cNvSpPr txBox="1"/>
          <p:nvPr/>
        </p:nvSpPr>
        <p:spPr>
          <a:xfrm>
            <a:off x="4826888" y="3506210"/>
            <a:ext cx="21789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finished</a:t>
            </a:r>
            <a:endParaRPr lang="fr-FR" dirty="0"/>
          </a:p>
          <a:p>
            <a:r>
              <a:rPr lang="fr-FR" dirty="0"/>
              <a:t>All </a:t>
            </a:r>
            <a:r>
              <a:rPr lang="fr-FR" dirty="0" err="1"/>
              <a:t>dependencies</a:t>
            </a:r>
            <a:endParaRPr lang="fr-FR" dirty="0"/>
          </a:p>
          <a:p>
            <a:r>
              <a:rPr lang="fr-FR" dirty="0"/>
              <a:t>are </a:t>
            </a:r>
            <a:r>
              <a:rPr lang="fr-FR" dirty="0" err="1"/>
              <a:t>automatically</a:t>
            </a:r>
            <a:r>
              <a:rPr lang="fr-FR" dirty="0"/>
              <a:t> </a:t>
            </a:r>
          </a:p>
          <a:p>
            <a:r>
              <a:rPr lang="fr-FR" dirty="0" err="1"/>
              <a:t>downloaded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spring</a:t>
            </a:r>
            <a:r>
              <a:rPr lang="fr-FR" dirty="0"/>
              <a:t> -&gt; </a:t>
            </a:r>
            <a:r>
              <a:rPr lang="fr-FR" dirty="0" err="1"/>
              <a:t>tomcat</a:t>
            </a:r>
            <a:r>
              <a:rPr lang="fr-FR" dirty="0"/>
              <a:t> -&gt; ...</a:t>
            </a:r>
          </a:p>
        </p:txBody>
      </p:sp>
    </p:spTree>
    <p:extLst>
      <p:ext uri="{BB962C8B-B14F-4D97-AF65-F5344CB8AC3E}">
        <p14:creationId xmlns:p14="http://schemas.microsoft.com/office/powerpoint/2010/main" val="4052028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B1C3-4F42-2FD1-3C03-A2A87FE2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56461"/>
          </a:xfrm>
        </p:spPr>
        <p:txBody>
          <a:bodyPr/>
          <a:lstStyle/>
          <a:p>
            <a:r>
              <a:rPr lang="fr-FR" dirty="0"/>
              <a:t>Open the main class "</a:t>
            </a:r>
            <a:r>
              <a:rPr lang="fr-FR" dirty="0" err="1"/>
              <a:t>DemoApplication</a:t>
            </a:r>
            <a:r>
              <a:rPr lang="fr-FR" dirty="0"/>
              <a:t>"</a:t>
            </a:r>
            <a:br>
              <a:rPr lang="fr-FR" dirty="0"/>
            </a:br>
            <a:r>
              <a:rPr lang="fr-FR" dirty="0"/>
              <a:t>in  src/main/java/</a:t>
            </a:r>
            <a:r>
              <a:rPr lang="fr-FR" dirty="0" err="1"/>
              <a:t>com.example.demo</a:t>
            </a:r>
            <a:r>
              <a:rPr lang="fr-FR" dirty="0"/>
              <a:t>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A54902-72EA-ECF9-CBCD-89901CFC8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9" y="1559974"/>
            <a:ext cx="12192000" cy="467062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7519B2-D4D3-E79A-BEF4-7B71D714CC4A}"/>
              </a:ext>
            </a:extLst>
          </p:cNvPr>
          <p:cNvCxnSpPr>
            <a:cxnSpLocks/>
          </p:cNvCxnSpPr>
          <p:nvPr/>
        </p:nvCxnSpPr>
        <p:spPr>
          <a:xfrm>
            <a:off x="475001" y="3157411"/>
            <a:ext cx="999179" cy="793287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75BAC4-52BA-0B6D-4180-BCD89CC681D5}"/>
              </a:ext>
            </a:extLst>
          </p:cNvPr>
          <p:cNvCxnSpPr>
            <a:cxnSpLocks/>
          </p:cNvCxnSpPr>
          <p:nvPr/>
        </p:nvCxnSpPr>
        <p:spPr>
          <a:xfrm flipV="1">
            <a:off x="2936980" y="3662442"/>
            <a:ext cx="1550241" cy="232842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EA903-38F1-55B8-F53D-0FE9CC7224C0}"/>
              </a:ext>
            </a:extLst>
          </p:cNvPr>
          <p:cNvSpPr/>
          <p:nvPr/>
        </p:nvSpPr>
        <p:spPr>
          <a:xfrm>
            <a:off x="635841" y="2967258"/>
            <a:ext cx="690342" cy="1901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210104-BB22-512B-0497-E2A15174077D}"/>
              </a:ext>
            </a:extLst>
          </p:cNvPr>
          <p:cNvSpPr/>
          <p:nvPr/>
        </p:nvSpPr>
        <p:spPr>
          <a:xfrm>
            <a:off x="1515237" y="3800207"/>
            <a:ext cx="1373297" cy="2328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98C45C-B769-E5F5-4996-B64B72FFCE02}"/>
              </a:ext>
            </a:extLst>
          </p:cNvPr>
          <p:cNvSpPr/>
          <p:nvPr/>
        </p:nvSpPr>
        <p:spPr>
          <a:xfrm>
            <a:off x="788241" y="3119658"/>
            <a:ext cx="690342" cy="1901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0426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FF914-CB2D-733D-B070-FB998FB6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E90A-F721-B53B-7BF3-71915B87B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9621"/>
          </a:xfrm>
        </p:spPr>
        <p:txBody>
          <a:bodyPr/>
          <a:lstStyle/>
          <a:p>
            <a:r>
              <a:rPr lang="fr-FR" dirty="0"/>
              <a:t>Click on "Run" </a:t>
            </a:r>
            <a:r>
              <a:rPr lang="fr-FR" dirty="0" err="1"/>
              <a:t>Debug</a:t>
            </a:r>
            <a:r>
              <a:rPr lang="fr-FR" dirty="0"/>
              <a:t> </a:t>
            </a:r>
            <a:r>
              <a:rPr lang="fr-FR" dirty="0" err="1"/>
              <a:t>button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0368E-0BAA-E864-C015-ACBBB6333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252" y="1982837"/>
            <a:ext cx="8542760" cy="3837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40BCD1-0326-627F-B3F4-9E5D19928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88" y="1115664"/>
            <a:ext cx="3048264" cy="284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1428EC-5850-C001-D9FD-8D463447DFED}"/>
              </a:ext>
            </a:extLst>
          </p:cNvPr>
          <p:cNvSpPr/>
          <p:nvPr/>
        </p:nvSpPr>
        <p:spPr>
          <a:xfrm>
            <a:off x="461557" y="3091699"/>
            <a:ext cx="452843" cy="2933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989837-C2A9-C8C6-FA84-44F727B0E60E}"/>
              </a:ext>
            </a:extLst>
          </p:cNvPr>
          <p:cNvSpPr/>
          <p:nvPr/>
        </p:nvSpPr>
        <p:spPr>
          <a:xfrm>
            <a:off x="3991989" y="4369435"/>
            <a:ext cx="3989330" cy="287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B8BE27-CF2C-8511-7172-910EC58984E1}"/>
              </a:ext>
            </a:extLst>
          </p:cNvPr>
          <p:cNvCxnSpPr>
            <a:cxnSpLocks/>
          </p:cNvCxnSpPr>
          <p:nvPr/>
        </p:nvCxnSpPr>
        <p:spPr>
          <a:xfrm>
            <a:off x="1011290" y="3221595"/>
            <a:ext cx="2882480" cy="1277737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729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DB46-0DFB-BABF-31C4-CEBD5435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9E22-1F4F-6773-9358-BAC28AF78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56461"/>
          </a:xfrm>
        </p:spPr>
        <p:txBody>
          <a:bodyPr/>
          <a:lstStyle/>
          <a:p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Debug</a:t>
            </a:r>
            <a:r>
              <a:rPr lang="fr-FR" dirty="0"/>
              <a:t> "Console" logs... </a:t>
            </a:r>
            <a:br>
              <a:rPr lang="fr-FR" dirty="0"/>
            </a:br>
            <a:r>
              <a:rPr lang="fr-FR" dirty="0"/>
              <a:t>Tomcat </a:t>
            </a:r>
            <a:r>
              <a:rPr lang="fr-FR" dirty="0" err="1"/>
              <a:t>started</a:t>
            </a:r>
            <a:r>
              <a:rPr lang="fr-FR" dirty="0"/>
              <a:t> on port 8080 (http)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B712B-1DE1-61AD-FBF9-249D09243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849" y="1285864"/>
            <a:ext cx="9887833" cy="54752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5AFA89-D7E1-7406-826B-81A426491F88}"/>
              </a:ext>
            </a:extLst>
          </p:cNvPr>
          <p:cNvSpPr/>
          <p:nvPr/>
        </p:nvSpPr>
        <p:spPr>
          <a:xfrm>
            <a:off x="1398849" y="4708550"/>
            <a:ext cx="2155805" cy="3721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6574E2-8D7D-70C4-31E4-99B76CB51ABE}"/>
              </a:ext>
            </a:extLst>
          </p:cNvPr>
          <p:cNvSpPr/>
          <p:nvPr/>
        </p:nvSpPr>
        <p:spPr>
          <a:xfrm>
            <a:off x="4844503" y="4982063"/>
            <a:ext cx="745852" cy="3721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BAFFCC-8F87-B9FD-2073-471DE513E7B6}"/>
              </a:ext>
            </a:extLst>
          </p:cNvPr>
          <p:cNvSpPr/>
          <p:nvPr/>
        </p:nvSpPr>
        <p:spPr>
          <a:xfrm>
            <a:off x="8786719" y="5878296"/>
            <a:ext cx="2235536" cy="2439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61611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99D0-E839-3136-51B9-3DBEB85A2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F4D75-809D-1E13-B1D2-43600694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TD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32F4E-7369-8051-21F5-1C1205634918}"/>
              </a:ext>
            </a:extLst>
          </p:cNvPr>
          <p:cNvSpPr txBox="1"/>
          <p:nvPr/>
        </p:nvSpPr>
        <p:spPr>
          <a:xfrm>
            <a:off x="681480" y="1265112"/>
            <a:ext cx="9781267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TD Goals =  </a:t>
            </a:r>
            <a:r>
              <a:rPr lang="fr-FR" sz="3200" dirty="0" err="1"/>
              <a:t>debug</a:t>
            </a:r>
            <a:r>
              <a:rPr lang="fr-FR" sz="3200" dirty="0"/>
              <a:t> </a:t>
            </a:r>
            <a:r>
              <a:rPr lang="fr-FR" sz="3200" dirty="0" err="1"/>
              <a:t>yourself</a:t>
            </a:r>
            <a:r>
              <a:rPr lang="fr-FR" sz="3200" dirty="0"/>
              <a:t> a basic Http </a:t>
            </a:r>
            <a:r>
              <a:rPr lang="fr-FR" sz="3200" dirty="0" err="1"/>
              <a:t>client-server</a:t>
            </a:r>
            <a:endParaRPr lang="fr-FR" sz="3200" dirty="0"/>
          </a:p>
          <a:p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1/ </a:t>
            </a:r>
            <a:r>
              <a:rPr lang="fr-FR" sz="3200" dirty="0" err="1"/>
              <a:t>install</a:t>
            </a:r>
            <a:r>
              <a:rPr lang="fr-FR" sz="3200" dirty="0"/>
              <a:t> "Java JDK"</a:t>
            </a:r>
          </a:p>
          <a:p>
            <a:r>
              <a:rPr lang="fr-FR" sz="3200" dirty="0"/>
              <a:t>2/ </a:t>
            </a:r>
            <a:r>
              <a:rPr lang="fr-FR" sz="3200" dirty="0" err="1"/>
              <a:t>install</a:t>
            </a:r>
            <a:r>
              <a:rPr lang="fr-FR" sz="3200" dirty="0"/>
              <a:t> IDE : "</a:t>
            </a:r>
            <a:r>
              <a:rPr lang="fr-FR" sz="3200" dirty="0" err="1"/>
              <a:t>IntelliJ</a:t>
            </a:r>
            <a:r>
              <a:rPr lang="fr-FR" sz="3200" dirty="0"/>
              <a:t> IDEA"</a:t>
            </a:r>
          </a:p>
          <a:p>
            <a:r>
              <a:rPr lang="fr-FR" sz="3200" dirty="0"/>
              <a:t>3/ setup </a:t>
            </a:r>
            <a:r>
              <a:rPr lang="fr-FR" sz="3200" dirty="0" err="1"/>
              <a:t>your</a:t>
            </a:r>
            <a:r>
              <a:rPr lang="fr-FR" sz="3200" dirty="0"/>
              <a:t> app,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spring</a:t>
            </a:r>
            <a:r>
              <a:rPr lang="fr-FR" sz="3200" dirty="0"/>
              <a:t> "</a:t>
            </a:r>
            <a:r>
              <a:rPr lang="fr-FR" sz="3200" dirty="0" err="1"/>
              <a:t>initializr</a:t>
            </a:r>
            <a:r>
              <a:rPr lang="fr-FR" sz="3200" dirty="0"/>
              <a:t>" </a:t>
            </a:r>
            <a:r>
              <a:rPr lang="fr-FR" sz="3200" dirty="0" err="1"/>
              <a:t>click+download</a:t>
            </a:r>
            <a:endParaRPr lang="fr-FR" sz="3200" dirty="0"/>
          </a:p>
          <a:p>
            <a:r>
              <a:rPr lang="fr-FR" sz="3200" dirty="0"/>
              <a:t>4/ run </a:t>
            </a:r>
            <a:r>
              <a:rPr lang="fr-FR" sz="3200" dirty="0" err="1"/>
              <a:t>your</a:t>
            </a:r>
            <a:r>
              <a:rPr lang="fr-FR" sz="3200" dirty="0"/>
              <a:t> app </a:t>
            </a:r>
          </a:p>
          <a:p>
            <a:r>
              <a:rPr lang="fr-FR" sz="3200" dirty="0"/>
              <a:t>5/ open http://localhost:8080</a:t>
            </a:r>
            <a:br>
              <a:rPr lang="fr-FR" sz="3200" dirty="0"/>
            </a:br>
            <a:r>
              <a:rPr lang="fr-FR" sz="3200" dirty="0"/>
              <a:t>6/ </a:t>
            </a:r>
            <a:r>
              <a:rPr lang="fr-FR" sz="3200" dirty="0" err="1"/>
              <a:t>inspect</a:t>
            </a:r>
            <a:r>
              <a:rPr lang="fr-FR" sz="3200" dirty="0"/>
              <a:t> network </a:t>
            </a:r>
            <a:r>
              <a:rPr lang="fr-FR" sz="3200" dirty="0" err="1"/>
              <a:t>requests</a:t>
            </a:r>
            <a:endParaRPr lang="fr-FR" sz="3200" dirty="0"/>
          </a:p>
          <a:p>
            <a:r>
              <a:rPr lang="fr-FR" sz="3200" dirty="0"/>
              <a:t>7/ test Http </a:t>
            </a:r>
            <a:r>
              <a:rPr lang="fr-FR" sz="3200" dirty="0" err="1"/>
              <a:t>requests</a:t>
            </a:r>
            <a:endParaRPr lang="fr-FR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9AC1EA-3E8D-68FD-5E46-567E36A37F51}"/>
              </a:ext>
            </a:extLst>
          </p:cNvPr>
          <p:cNvSpPr/>
          <p:nvPr/>
        </p:nvSpPr>
        <p:spPr>
          <a:xfrm>
            <a:off x="463650" y="4689655"/>
            <a:ext cx="5507200" cy="575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5100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6BFD7-042B-45D7-A699-9B8D5959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9860"/>
          </a:xfrm>
        </p:spPr>
        <p:txBody>
          <a:bodyPr/>
          <a:lstStyle/>
          <a:p>
            <a:r>
              <a:rPr lang="fr-FR" dirty="0"/>
              <a:t>If server not running (or </a:t>
            </a:r>
            <a:r>
              <a:rPr lang="fr-FR" dirty="0" err="1"/>
              <a:t>different</a:t>
            </a:r>
            <a:r>
              <a:rPr lang="fr-FR" dirty="0"/>
              <a:t> port)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53D696E-83BA-4E12-97F5-5BCBDAD5A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612" y="961546"/>
            <a:ext cx="8407732" cy="538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198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6BFD7-042B-45D7-A699-9B8D5959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9860"/>
          </a:xfrm>
        </p:spPr>
        <p:txBody>
          <a:bodyPr/>
          <a:lstStyle/>
          <a:p>
            <a:r>
              <a:rPr lang="fr-FR" dirty="0"/>
              <a:t>404 … page not </a:t>
            </a:r>
            <a:r>
              <a:rPr lang="fr-FR" dirty="0" err="1"/>
              <a:t>found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A7F42A-7A2F-47EE-B4AE-A6AB66F44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747" y="1733403"/>
            <a:ext cx="7342506" cy="33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51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C249A-79BA-5BFE-6BE3-ED4CD0F55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542E-28E8-F60A-88F6-134E02A86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56461"/>
          </a:xfrm>
        </p:spPr>
        <p:txBody>
          <a:bodyPr/>
          <a:lstStyle/>
          <a:p>
            <a:r>
              <a:rPr lang="fr-FR" dirty="0" err="1"/>
              <a:t>Adding</a:t>
            </a:r>
            <a:r>
              <a:rPr lang="fr-FR" dirty="0"/>
              <a:t> new file "src/main/</a:t>
            </a:r>
            <a:r>
              <a:rPr lang="fr-FR" dirty="0" err="1"/>
              <a:t>resource</a:t>
            </a:r>
            <a:r>
              <a:rPr lang="fr-FR" dirty="0"/>
              <a:t>/</a:t>
            </a:r>
            <a:r>
              <a:rPr lang="fr-FR" dirty="0" err="1"/>
              <a:t>static</a:t>
            </a:r>
            <a:r>
              <a:rPr lang="fr-FR" dirty="0"/>
              <a:t>/index.html"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CF6EC7-5A7F-955C-D58D-B1CA05BDB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695" y="1516480"/>
            <a:ext cx="7380610" cy="46486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5EF088-A73A-5E25-2753-EF34E52E780C}"/>
              </a:ext>
            </a:extLst>
          </p:cNvPr>
          <p:cNvSpPr/>
          <p:nvPr/>
        </p:nvSpPr>
        <p:spPr>
          <a:xfrm>
            <a:off x="3924048" y="4621959"/>
            <a:ext cx="1071846" cy="2891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3BB54C-AFC0-8BB3-118B-8EC7655FE4DE}"/>
              </a:ext>
            </a:extLst>
          </p:cNvPr>
          <p:cNvSpPr/>
          <p:nvPr/>
        </p:nvSpPr>
        <p:spPr>
          <a:xfrm>
            <a:off x="7146651" y="1928212"/>
            <a:ext cx="2572633" cy="9118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1209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5907-EF0B-8868-C978-387FDD3A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2289"/>
          </a:xfrm>
        </p:spPr>
        <p:txBody>
          <a:bodyPr/>
          <a:lstStyle/>
          <a:p>
            <a:r>
              <a:rPr lang="fr-FR" dirty="0" err="1"/>
              <a:t>Relaunch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2CB7D3-0D66-A160-DF96-33B1CA61D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001" y="1941894"/>
            <a:ext cx="5856478" cy="10364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2B1367-A5E2-342D-2B69-FFF32CD03862}"/>
              </a:ext>
            </a:extLst>
          </p:cNvPr>
          <p:cNvSpPr/>
          <p:nvPr/>
        </p:nvSpPr>
        <p:spPr>
          <a:xfrm>
            <a:off x="6697526" y="1850293"/>
            <a:ext cx="532895" cy="5295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2F61C0-550D-CBAC-7C35-CA994F47755E}"/>
              </a:ext>
            </a:extLst>
          </p:cNvPr>
          <p:cNvSpPr/>
          <p:nvPr/>
        </p:nvSpPr>
        <p:spPr>
          <a:xfrm>
            <a:off x="6970026" y="2398030"/>
            <a:ext cx="3263984" cy="4420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11A740-9932-4659-E5A8-DF5957A8D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21" y="3889551"/>
            <a:ext cx="3581710" cy="27243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9D6FE3B-9592-3022-3B8F-D458959820C3}"/>
              </a:ext>
            </a:extLst>
          </p:cNvPr>
          <p:cNvSpPr/>
          <p:nvPr/>
        </p:nvSpPr>
        <p:spPr>
          <a:xfrm>
            <a:off x="885131" y="4188775"/>
            <a:ext cx="532895" cy="5295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8BD15B-03F7-2838-4660-9E62B901A4CC}"/>
              </a:ext>
            </a:extLst>
          </p:cNvPr>
          <p:cNvCxnSpPr>
            <a:cxnSpLocks/>
          </p:cNvCxnSpPr>
          <p:nvPr/>
        </p:nvCxnSpPr>
        <p:spPr>
          <a:xfrm>
            <a:off x="1247460" y="1332238"/>
            <a:ext cx="5377398" cy="781177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E472CF-41CF-037D-4C3D-911676E6A805}"/>
              </a:ext>
            </a:extLst>
          </p:cNvPr>
          <p:cNvCxnSpPr>
            <a:cxnSpLocks/>
          </p:cNvCxnSpPr>
          <p:nvPr/>
        </p:nvCxnSpPr>
        <p:spPr>
          <a:xfrm>
            <a:off x="944678" y="1780355"/>
            <a:ext cx="254337" cy="2252694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669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5DC8-503B-9655-56E1-0921A6407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01" y="0"/>
            <a:ext cx="10515600" cy="1790679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Retry</a:t>
            </a:r>
            <a:r>
              <a:rPr lang="fr-FR" dirty="0"/>
              <a:t> ... </a:t>
            </a:r>
            <a:br>
              <a:rPr lang="fr-FR" dirty="0"/>
            </a:br>
            <a:r>
              <a:rPr lang="fr-FR" dirty="0" err="1"/>
              <a:t>Resfresh</a:t>
            </a:r>
            <a:r>
              <a:rPr lang="fr-FR" dirty="0"/>
              <a:t> (F5) Web page</a:t>
            </a:r>
            <a:br>
              <a:rPr lang="fr-FR" dirty="0"/>
            </a:br>
            <a:r>
              <a:rPr lang="fr-FR" dirty="0"/>
              <a:t>login user / (new) </a:t>
            </a:r>
            <a:r>
              <a:rPr lang="fr-FR" dirty="0" err="1"/>
              <a:t>generated</a:t>
            </a:r>
            <a:r>
              <a:rPr lang="fr-FR" dirty="0"/>
              <a:t> </a:t>
            </a:r>
            <a:r>
              <a:rPr lang="fr-FR" dirty="0" err="1"/>
              <a:t>password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89F0F-AA2F-9783-019A-F076D3F80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627" y="3286647"/>
            <a:ext cx="8020745" cy="193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729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EEEB9B-D4A4-4A4E-9FE2-600EB0FD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028" y="1"/>
            <a:ext cx="10515600" cy="785674"/>
          </a:xfrm>
        </p:spPr>
        <p:txBody>
          <a:bodyPr/>
          <a:lstStyle/>
          <a:p>
            <a:r>
              <a:rPr lang="fr-FR" dirty="0" err="1"/>
              <a:t>Add</a:t>
            </a:r>
            <a:r>
              <a:rPr lang="fr-FR" dirty="0"/>
              <a:t> binding Java Code for http </a:t>
            </a:r>
            <a:r>
              <a:rPr lang="fr-FR" dirty="0" err="1"/>
              <a:t>Requests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A4EF111-4B96-4F01-9B1B-4E48D1C81EC2}"/>
              </a:ext>
            </a:extLst>
          </p:cNvPr>
          <p:cNvSpPr txBox="1"/>
          <p:nvPr/>
        </p:nvSpPr>
        <p:spPr>
          <a:xfrm>
            <a:off x="284086" y="896643"/>
            <a:ext cx="602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Create</a:t>
            </a:r>
            <a:r>
              <a:rPr lang="fr-FR" dirty="0"/>
              <a:t> java class:  « </a:t>
            </a:r>
            <a:r>
              <a:rPr lang="fr-FR" dirty="0" err="1"/>
              <a:t>TodoRestController</a:t>
            </a:r>
            <a:r>
              <a:rPr lang="fr-FR" dirty="0"/>
              <a:t> » and copy </a:t>
            </a:r>
            <a:r>
              <a:rPr lang="fr-FR" dirty="0" err="1"/>
              <a:t>following</a:t>
            </a:r>
            <a:r>
              <a:rPr lang="fr-FR" dirty="0"/>
              <a:t>…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519B26-E4BD-476F-92C6-BF929148DA92}"/>
              </a:ext>
            </a:extLst>
          </p:cNvPr>
          <p:cNvSpPr txBox="1"/>
          <p:nvPr/>
        </p:nvSpPr>
        <p:spPr>
          <a:xfrm>
            <a:off x="121660" y="1439086"/>
            <a:ext cx="431717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package </a:t>
            </a:r>
            <a:r>
              <a:rPr lang="fr-FR" sz="1000" dirty="0" err="1"/>
              <a:t>com.example.demo</a:t>
            </a:r>
            <a:r>
              <a:rPr lang="fr-FR" sz="1000" dirty="0"/>
              <a:t>;</a:t>
            </a:r>
          </a:p>
          <a:p>
            <a:endParaRPr lang="fr-FR" sz="1000" dirty="0"/>
          </a:p>
          <a:p>
            <a:r>
              <a:rPr lang="fr-FR" sz="1000" dirty="0"/>
              <a:t>import </a:t>
            </a:r>
            <a:r>
              <a:rPr lang="fr-FR" sz="1000" dirty="0" err="1"/>
              <a:t>org.springframework.http.HttpStatus</a:t>
            </a:r>
            <a:r>
              <a:rPr lang="fr-FR" sz="1000" dirty="0"/>
              <a:t>;</a:t>
            </a:r>
          </a:p>
          <a:p>
            <a:r>
              <a:rPr lang="fr-FR" sz="1000" dirty="0"/>
              <a:t>import </a:t>
            </a:r>
            <a:r>
              <a:rPr lang="fr-FR" sz="1000" dirty="0" err="1"/>
              <a:t>org.springframework.http.ResponseEntity</a:t>
            </a:r>
            <a:r>
              <a:rPr lang="fr-FR" sz="1000" dirty="0"/>
              <a:t>;</a:t>
            </a:r>
          </a:p>
          <a:p>
            <a:r>
              <a:rPr lang="fr-FR" sz="1000" dirty="0"/>
              <a:t>import </a:t>
            </a:r>
            <a:r>
              <a:rPr lang="fr-FR" sz="1000" dirty="0" err="1"/>
              <a:t>org.springframework.web.bind.annotation</a:t>
            </a:r>
            <a:r>
              <a:rPr lang="fr-FR" sz="1000" dirty="0"/>
              <a:t>.*;</a:t>
            </a:r>
          </a:p>
          <a:p>
            <a:r>
              <a:rPr lang="fr-FR" sz="1000" dirty="0"/>
              <a:t>import </a:t>
            </a:r>
            <a:r>
              <a:rPr lang="fr-FR" sz="1000" dirty="0" err="1"/>
              <a:t>java.util.ArrayList</a:t>
            </a:r>
            <a:r>
              <a:rPr lang="fr-FR" sz="1000" dirty="0"/>
              <a:t>;</a:t>
            </a:r>
          </a:p>
          <a:p>
            <a:r>
              <a:rPr lang="fr-FR" sz="1000" dirty="0"/>
              <a:t>import </a:t>
            </a:r>
            <a:r>
              <a:rPr lang="fr-FR" sz="1000" dirty="0" err="1"/>
              <a:t>java.util.List</a:t>
            </a:r>
            <a:r>
              <a:rPr lang="fr-FR" sz="1000" dirty="0"/>
              <a:t>;</a:t>
            </a:r>
          </a:p>
          <a:p>
            <a:endParaRPr lang="fr-FR" sz="1000" dirty="0"/>
          </a:p>
          <a:p>
            <a:r>
              <a:rPr lang="fr-FR" sz="1000" dirty="0"/>
              <a:t>@RestController @RequestMapping(path = "/api/</a:t>
            </a:r>
            <a:r>
              <a:rPr lang="fr-FR" sz="1000" dirty="0" err="1"/>
              <a:t>todo</a:t>
            </a:r>
            <a:r>
              <a:rPr lang="fr-FR" sz="1000" dirty="0"/>
              <a:t>")</a:t>
            </a:r>
          </a:p>
          <a:p>
            <a:r>
              <a:rPr lang="fr-FR" sz="1000" dirty="0"/>
              <a:t>public class </a:t>
            </a:r>
            <a:r>
              <a:rPr lang="fr-FR" sz="1000" dirty="0" err="1"/>
              <a:t>TodoRestController</a:t>
            </a:r>
            <a:r>
              <a:rPr lang="fr-FR" sz="1000" dirty="0"/>
              <a:t> {</a:t>
            </a:r>
          </a:p>
          <a:p>
            <a:endParaRPr lang="fr-FR" sz="1000" dirty="0"/>
          </a:p>
          <a:p>
            <a:r>
              <a:rPr lang="fr-FR" sz="1000" dirty="0"/>
              <a:t>    public </a:t>
            </a:r>
            <a:r>
              <a:rPr lang="fr-FR" sz="1000" dirty="0" err="1"/>
              <a:t>static</a:t>
            </a:r>
            <a:r>
              <a:rPr lang="fr-FR" sz="1000" dirty="0"/>
              <a:t> class </a:t>
            </a:r>
            <a:r>
              <a:rPr lang="fr-FR" sz="1000" dirty="0" err="1"/>
              <a:t>Todo</a:t>
            </a:r>
            <a:r>
              <a:rPr lang="fr-FR" sz="1000" dirty="0"/>
              <a:t> {</a:t>
            </a:r>
          </a:p>
          <a:p>
            <a:r>
              <a:rPr lang="fr-FR" sz="1000" dirty="0"/>
              <a:t>        public </a:t>
            </a:r>
            <a:r>
              <a:rPr lang="fr-FR" sz="1000" dirty="0" err="1"/>
              <a:t>int</a:t>
            </a:r>
            <a:r>
              <a:rPr lang="fr-FR" sz="1000" dirty="0"/>
              <a:t> id; public String </a:t>
            </a:r>
            <a:r>
              <a:rPr lang="fr-FR" sz="1000" dirty="0" err="1"/>
              <a:t>title</a:t>
            </a:r>
            <a:r>
              <a:rPr lang="fr-FR" sz="1000" dirty="0"/>
              <a:t>; public String description; public </a:t>
            </a:r>
            <a:r>
              <a:rPr lang="fr-FR" sz="1000" dirty="0" err="1"/>
              <a:t>int</a:t>
            </a:r>
            <a:r>
              <a:rPr lang="fr-FR" sz="1000" dirty="0"/>
              <a:t> </a:t>
            </a:r>
            <a:r>
              <a:rPr lang="fr-FR" sz="1000" dirty="0" err="1"/>
              <a:t>priority</a:t>
            </a:r>
            <a:r>
              <a:rPr lang="fr-FR" sz="1000" dirty="0"/>
              <a:t>;</a:t>
            </a:r>
          </a:p>
          <a:p>
            <a:endParaRPr lang="fr-FR" sz="1000" dirty="0"/>
          </a:p>
          <a:p>
            <a:r>
              <a:rPr lang="fr-FR" sz="1000" dirty="0"/>
              <a:t>        public </a:t>
            </a:r>
            <a:r>
              <a:rPr lang="fr-FR" sz="1000" dirty="0" err="1"/>
              <a:t>Todo</a:t>
            </a:r>
            <a:r>
              <a:rPr lang="fr-FR" sz="1000" dirty="0"/>
              <a:t>() { }</a:t>
            </a:r>
          </a:p>
          <a:p>
            <a:r>
              <a:rPr lang="fr-FR" sz="1000" dirty="0"/>
              <a:t>        public </a:t>
            </a:r>
            <a:r>
              <a:rPr lang="fr-FR" sz="1000" dirty="0" err="1"/>
              <a:t>Todo</a:t>
            </a:r>
            <a:r>
              <a:rPr lang="fr-FR" sz="1000" dirty="0"/>
              <a:t>(</a:t>
            </a:r>
            <a:r>
              <a:rPr lang="fr-FR" sz="1000" dirty="0" err="1"/>
              <a:t>int</a:t>
            </a:r>
            <a:r>
              <a:rPr lang="fr-FR" sz="1000" dirty="0"/>
              <a:t> id, String </a:t>
            </a:r>
            <a:r>
              <a:rPr lang="fr-FR" sz="1000" dirty="0" err="1"/>
              <a:t>title</a:t>
            </a:r>
            <a:r>
              <a:rPr lang="fr-FR" sz="1000" dirty="0"/>
              <a:t>, String description, </a:t>
            </a:r>
            <a:r>
              <a:rPr lang="fr-FR" sz="1000" dirty="0" err="1"/>
              <a:t>int</a:t>
            </a:r>
            <a:r>
              <a:rPr lang="fr-FR" sz="1000" dirty="0"/>
              <a:t> </a:t>
            </a:r>
            <a:r>
              <a:rPr lang="fr-FR" sz="1000" dirty="0" err="1"/>
              <a:t>priority</a:t>
            </a:r>
            <a:r>
              <a:rPr lang="fr-FR" sz="1000" dirty="0"/>
              <a:t>) {</a:t>
            </a:r>
          </a:p>
          <a:p>
            <a:r>
              <a:rPr lang="fr-FR" sz="1000" dirty="0"/>
              <a:t>            this.id = id;       </a:t>
            </a:r>
            <a:r>
              <a:rPr lang="fr-FR" sz="1000" dirty="0" err="1"/>
              <a:t>this.title</a:t>
            </a:r>
            <a:r>
              <a:rPr lang="fr-FR" sz="1000" dirty="0"/>
              <a:t> = </a:t>
            </a:r>
            <a:r>
              <a:rPr lang="fr-FR" sz="1000" dirty="0" err="1"/>
              <a:t>title</a:t>
            </a:r>
            <a:r>
              <a:rPr lang="fr-FR" sz="1000" dirty="0"/>
              <a:t>;    </a:t>
            </a:r>
            <a:r>
              <a:rPr lang="fr-FR" sz="1000" dirty="0" err="1"/>
              <a:t>this.description</a:t>
            </a:r>
            <a:r>
              <a:rPr lang="fr-FR" sz="1000" dirty="0"/>
              <a:t> = description;   </a:t>
            </a:r>
          </a:p>
          <a:p>
            <a:r>
              <a:rPr lang="fr-FR" sz="1000" dirty="0"/>
              <a:t>            </a:t>
            </a:r>
            <a:r>
              <a:rPr lang="fr-FR" sz="1000" dirty="0" err="1"/>
              <a:t>this.priority</a:t>
            </a:r>
            <a:r>
              <a:rPr lang="fr-FR" sz="1000" dirty="0"/>
              <a:t> = </a:t>
            </a:r>
            <a:r>
              <a:rPr lang="fr-FR" sz="1000" dirty="0" err="1"/>
              <a:t>priority</a:t>
            </a:r>
            <a:r>
              <a:rPr lang="fr-FR" sz="1000" dirty="0"/>
              <a:t>;</a:t>
            </a:r>
          </a:p>
          <a:p>
            <a:r>
              <a:rPr lang="fr-FR" sz="1000" dirty="0"/>
              <a:t>        }</a:t>
            </a:r>
          </a:p>
          <a:p>
            <a:r>
              <a:rPr lang="fr-FR" sz="1000" dirty="0"/>
              <a:t>    }</a:t>
            </a:r>
          </a:p>
          <a:p>
            <a:endParaRPr lang="fr-FR" sz="1000" dirty="0"/>
          </a:p>
          <a:p>
            <a:r>
              <a:rPr lang="fr-FR" sz="1000" dirty="0"/>
              <a:t>    </a:t>
            </a:r>
            <a:r>
              <a:rPr lang="fr-FR" sz="1000" dirty="0" err="1"/>
              <a:t>private</a:t>
            </a:r>
            <a:r>
              <a:rPr lang="fr-FR" sz="1000" dirty="0"/>
              <a:t> </a:t>
            </a:r>
            <a:r>
              <a:rPr lang="fr-FR" sz="1000" dirty="0" err="1"/>
              <a:t>int</a:t>
            </a:r>
            <a:r>
              <a:rPr lang="fr-FR" sz="1000" dirty="0"/>
              <a:t> </a:t>
            </a:r>
            <a:r>
              <a:rPr lang="fr-FR" sz="1000" dirty="0" err="1"/>
              <a:t>idGenerator</a:t>
            </a:r>
            <a:r>
              <a:rPr lang="fr-FR" sz="1000" dirty="0"/>
              <a:t> = 1;</a:t>
            </a:r>
          </a:p>
          <a:p>
            <a:r>
              <a:rPr lang="fr-FR" sz="1000" dirty="0"/>
              <a:t>    </a:t>
            </a:r>
            <a:r>
              <a:rPr lang="fr-FR" sz="1000" dirty="0" err="1"/>
              <a:t>private</a:t>
            </a:r>
            <a:r>
              <a:rPr lang="fr-FR" sz="1000" dirty="0"/>
              <a:t> </a:t>
            </a:r>
            <a:r>
              <a:rPr lang="fr-FR" sz="1000" dirty="0" err="1"/>
              <a:t>int</a:t>
            </a:r>
            <a:r>
              <a:rPr lang="fr-FR" sz="1000" dirty="0"/>
              <a:t> </a:t>
            </a:r>
            <a:r>
              <a:rPr lang="fr-FR" sz="1000" dirty="0" err="1"/>
              <a:t>newId</a:t>
            </a:r>
            <a:r>
              <a:rPr lang="fr-FR" sz="1000" dirty="0"/>
              <a:t>() {</a:t>
            </a:r>
          </a:p>
          <a:p>
            <a:r>
              <a:rPr lang="fr-FR" sz="1000" dirty="0"/>
              <a:t>        return </a:t>
            </a:r>
            <a:r>
              <a:rPr lang="fr-FR" sz="1000" dirty="0" err="1"/>
              <a:t>idGenerator</a:t>
            </a:r>
            <a:r>
              <a:rPr lang="fr-FR" sz="1000" dirty="0"/>
              <a:t>++;</a:t>
            </a:r>
          </a:p>
          <a:p>
            <a:r>
              <a:rPr lang="fr-FR" sz="1000" dirty="0"/>
              <a:t>    }</a:t>
            </a:r>
          </a:p>
          <a:p>
            <a:r>
              <a:rPr lang="fr-FR" sz="1000" dirty="0"/>
              <a:t>    </a:t>
            </a:r>
            <a:r>
              <a:rPr lang="fr-FR" sz="1000" dirty="0" err="1"/>
              <a:t>protected</a:t>
            </a:r>
            <a:r>
              <a:rPr lang="fr-FR" sz="1000" dirty="0"/>
              <a:t> List&lt;</a:t>
            </a:r>
            <a:r>
              <a:rPr lang="fr-FR" sz="1000" dirty="0" err="1"/>
              <a:t>Todo</a:t>
            </a:r>
            <a:r>
              <a:rPr lang="fr-FR" sz="1000" dirty="0"/>
              <a:t>&gt; </a:t>
            </a:r>
            <a:r>
              <a:rPr lang="fr-FR" sz="1000" dirty="0" err="1"/>
              <a:t>todos</a:t>
            </a:r>
            <a:r>
              <a:rPr lang="fr-FR" sz="1000" dirty="0"/>
              <a:t> = new </a:t>
            </a:r>
            <a:r>
              <a:rPr lang="fr-FR" sz="1000" dirty="0" err="1"/>
              <a:t>ArrayList</a:t>
            </a:r>
            <a:r>
              <a:rPr lang="fr-FR" sz="1000" dirty="0"/>
              <a:t>&lt;&gt;(</a:t>
            </a:r>
            <a:r>
              <a:rPr lang="fr-FR" sz="1000" dirty="0" err="1"/>
              <a:t>List.of</a:t>
            </a:r>
            <a:r>
              <a:rPr lang="fr-FR" sz="1000" dirty="0"/>
              <a:t>(</a:t>
            </a:r>
          </a:p>
          <a:p>
            <a:r>
              <a:rPr lang="fr-FR" sz="1000" dirty="0"/>
              <a:t>            new </a:t>
            </a:r>
            <a:r>
              <a:rPr lang="fr-FR" sz="1000" dirty="0" err="1"/>
              <a:t>Todo</a:t>
            </a:r>
            <a:r>
              <a:rPr lang="fr-FR" sz="1000" dirty="0"/>
              <a:t>(</a:t>
            </a:r>
            <a:r>
              <a:rPr lang="fr-FR" sz="1000" dirty="0" err="1"/>
              <a:t>newId</a:t>
            </a:r>
            <a:r>
              <a:rPr lang="fr-FR" sz="1000" dirty="0"/>
              <a:t>(), "</a:t>
            </a:r>
            <a:r>
              <a:rPr lang="fr-FR" sz="1000" dirty="0" err="1"/>
              <a:t>Learn</a:t>
            </a:r>
            <a:r>
              <a:rPr lang="fr-FR" sz="1000" dirty="0"/>
              <a:t> Java", "", 1),</a:t>
            </a:r>
          </a:p>
          <a:p>
            <a:r>
              <a:rPr lang="fr-FR" sz="1000" dirty="0"/>
              <a:t>            new </a:t>
            </a:r>
            <a:r>
              <a:rPr lang="fr-FR" sz="1000" dirty="0" err="1"/>
              <a:t>Todo</a:t>
            </a:r>
            <a:r>
              <a:rPr lang="fr-FR" sz="1000" dirty="0"/>
              <a:t>(</a:t>
            </a:r>
            <a:r>
              <a:rPr lang="fr-FR" sz="1000" dirty="0" err="1"/>
              <a:t>newId</a:t>
            </a:r>
            <a:r>
              <a:rPr lang="fr-FR" sz="1000" dirty="0"/>
              <a:t>(), "</a:t>
            </a:r>
            <a:r>
              <a:rPr lang="fr-FR" sz="1000" dirty="0" err="1"/>
              <a:t>Learn</a:t>
            </a:r>
            <a:r>
              <a:rPr lang="fr-FR" sz="1000" dirty="0"/>
              <a:t> </a:t>
            </a:r>
            <a:r>
              <a:rPr lang="fr-FR" sz="1000" dirty="0" err="1"/>
              <a:t>SpringBoot</a:t>
            </a:r>
            <a:r>
              <a:rPr lang="fr-FR" sz="1000" dirty="0"/>
              <a:t>", "", 2),</a:t>
            </a:r>
          </a:p>
          <a:p>
            <a:r>
              <a:rPr lang="fr-FR" sz="1000" dirty="0"/>
              <a:t>            new </a:t>
            </a:r>
            <a:r>
              <a:rPr lang="fr-FR" sz="1000" dirty="0" err="1"/>
              <a:t>Todo</a:t>
            </a:r>
            <a:r>
              <a:rPr lang="fr-FR" sz="1000" dirty="0"/>
              <a:t>(</a:t>
            </a:r>
            <a:r>
              <a:rPr lang="fr-FR" sz="1000" dirty="0" err="1"/>
              <a:t>newId</a:t>
            </a:r>
            <a:r>
              <a:rPr lang="fr-FR" sz="1000" dirty="0"/>
              <a:t>(), "</a:t>
            </a:r>
            <a:r>
              <a:rPr lang="fr-FR" sz="1000" dirty="0" err="1"/>
              <a:t>Learn</a:t>
            </a:r>
            <a:r>
              <a:rPr lang="fr-FR" sz="1000" dirty="0"/>
              <a:t> </a:t>
            </a:r>
            <a:r>
              <a:rPr lang="fr-FR" sz="1000" dirty="0" err="1"/>
              <a:t>Rest</a:t>
            </a:r>
            <a:r>
              <a:rPr lang="fr-FR" sz="1000" dirty="0"/>
              <a:t> Spring-Web", "", 3)</a:t>
            </a:r>
          </a:p>
          <a:p>
            <a:r>
              <a:rPr lang="fr-FR" sz="1000" dirty="0"/>
              <a:t>    ));</a:t>
            </a:r>
          </a:p>
          <a:p>
            <a:endParaRPr lang="fr-FR" sz="1000" dirty="0"/>
          </a:p>
          <a:p>
            <a:r>
              <a:rPr lang="fr-FR" sz="1000" dirty="0"/>
              <a:t>   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EDFB234-AEFA-4283-A1B8-29DAB46FEC02}"/>
              </a:ext>
            </a:extLst>
          </p:cNvPr>
          <p:cNvSpPr txBox="1"/>
          <p:nvPr/>
        </p:nvSpPr>
        <p:spPr>
          <a:xfrm>
            <a:off x="4332303" y="1719386"/>
            <a:ext cx="424352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// READ - </a:t>
            </a:r>
            <a:r>
              <a:rPr lang="fr-FR" sz="1000" dirty="0" err="1"/>
              <a:t>Get</a:t>
            </a:r>
            <a:r>
              <a:rPr lang="fr-FR" sz="1000" dirty="0"/>
              <a:t> all </a:t>
            </a:r>
            <a:r>
              <a:rPr lang="fr-FR" sz="1000" dirty="0" err="1"/>
              <a:t>todos</a:t>
            </a:r>
            <a:endParaRPr lang="fr-FR" sz="1000" dirty="0"/>
          </a:p>
          <a:p>
            <a:r>
              <a:rPr lang="fr-FR" sz="1000" dirty="0"/>
              <a:t>    @GetMapping</a:t>
            </a:r>
          </a:p>
          <a:p>
            <a:r>
              <a:rPr lang="fr-FR" sz="1000" dirty="0"/>
              <a:t>    public List&lt;</a:t>
            </a:r>
            <a:r>
              <a:rPr lang="fr-FR" sz="1000" dirty="0" err="1"/>
              <a:t>Todo</a:t>
            </a:r>
            <a:r>
              <a:rPr lang="fr-FR" sz="1000" dirty="0"/>
              <a:t>&gt; </a:t>
            </a:r>
            <a:r>
              <a:rPr lang="fr-FR" sz="1000" dirty="0" err="1"/>
              <a:t>getAll</a:t>
            </a:r>
            <a:r>
              <a:rPr lang="fr-FR" sz="1000" dirty="0"/>
              <a:t>() {</a:t>
            </a:r>
          </a:p>
          <a:p>
            <a:r>
              <a:rPr lang="fr-FR" sz="1000" dirty="0"/>
              <a:t>        return </a:t>
            </a:r>
            <a:r>
              <a:rPr lang="fr-FR" sz="1000" dirty="0" err="1"/>
              <a:t>todos</a:t>
            </a:r>
            <a:r>
              <a:rPr lang="fr-FR" sz="1000" dirty="0"/>
              <a:t>;</a:t>
            </a:r>
          </a:p>
          <a:p>
            <a:r>
              <a:rPr lang="fr-FR" sz="1000" dirty="0"/>
              <a:t>    }</a:t>
            </a:r>
          </a:p>
          <a:p>
            <a:endParaRPr lang="fr-FR" sz="1000" dirty="0"/>
          </a:p>
          <a:p>
            <a:r>
              <a:rPr lang="fr-FR" sz="1000" dirty="0"/>
              <a:t>    // READ - </a:t>
            </a:r>
            <a:r>
              <a:rPr lang="fr-FR" sz="1000" dirty="0" err="1"/>
              <a:t>Get</a:t>
            </a:r>
            <a:r>
              <a:rPr lang="fr-FR" sz="1000" dirty="0"/>
              <a:t> </a:t>
            </a:r>
            <a:r>
              <a:rPr lang="fr-FR" sz="1000" dirty="0" err="1"/>
              <a:t>todo</a:t>
            </a:r>
            <a:r>
              <a:rPr lang="fr-FR" sz="1000" dirty="0"/>
              <a:t> by ID</a:t>
            </a:r>
          </a:p>
          <a:p>
            <a:r>
              <a:rPr lang="fr-FR" sz="1000" dirty="0"/>
              <a:t>    @GetMapping("/{id}")</a:t>
            </a:r>
          </a:p>
          <a:p>
            <a:r>
              <a:rPr lang="fr-FR" sz="1000" dirty="0"/>
              <a:t>    public </a:t>
            </a:r>
            <a:r>
              <a:rPr lang="fr-FR" sz="1000" dirty="0" err="1"/>
              <a:t>ResponseEntity</a:t>
            </a:r>
            <a:r>
              <a:rPr lang="fr-FR" sz="1000" dirty="0"/>
              <a:t>&lt;</a:t>
            </a:r>
            <a:r>
              <a:rPr lang="fr-FR" sz="1000" dirty="0" err="1"/>
              <a:t>Todo</a:t>
            </a:r>
            <a:r>
              <a:rPr lang="fr-FR" sz="1000" dirty="0"/>
              <a:t>&gt; </a:t>
            </a:r>
            <a:r>
              <a:rPr lang="fr-FR" sz="1000" dirty="0" err="1"/>
              <a:t>getById</a:t>
            </a:r>
            <a:r>
              <a:rPr lang="fr-FR" sz="1000" dirty="0"/>
              <a:t>(@PathVariable </a:t>
            </a:r>
            <a:r>
              <a:rPr lang="fr-FR" sz="1000" dirty="0" err="1"/>
              <a:t>int</a:t>
            </a:r>
            <a:r>
              <a:rPr lang="fr-FR" sz="1000" dirty="0"/>
              <a:t> id) {</a:t>
            </a:r>
          </a:p>
          <a:p>
            <a:r>
              <a:rPr lang="fr-FR" sz="1000" dirty="0"/>
              <a:t>        </a:t>
            </a:r>
            <a:r>
              <a:rPr lang="fr-FR" sz="1000" dirty="0" err="1"/>
              <a:t>Todo</a:t>
            </a:r>
            <a:r>
              <a:rPr lang="fr-FR" sz="1000" dirty="0"/>
              <a:t> </a:t>
            </a:r>
            <a:r>
              <a:rPr lang="fr-FR" sz="1000" dirty="0" err="1"/>
              <a:t>todo</a:t>
            </a:r>
            <a:r>
              <a:rPr lang="fr-FR" sz="1000" dirty="0"/>
              <a:t> = </a:t>
            </a:r>
            <a:r>
              <a:rPr lang="fr-FR" sz="1000" dirty="0" err="1"/>
              <a:t>todos.stream</a:t>
            </a:r>
            <a:r>
              <a:rPr lang="fr-FR" sz="1000" dirty="0"/>
              <a:t>().</a:t>
            </a:r>
            <a:r>
              <a:rPr lang="fr-FR" sz="1000" dirty="0" err="1"/>
              <a:t>filter</a:t>
            </a:r>
            <a:r>
              <a:rPr lang="fr-FR" sz="1000" dirty="0"/>
              <a:t>(t -&gt; t.id == id).</a:t>
            </a:r>
            <a:r>
              <a:rPr lang="fr-FR" sz="1000" dirty="0" err="1"/>
              <a:t>findFirst</a:t>
            </a:r>
            <a:r>
              <a:rPr lang="fr-FR" sz="1000" dirty="0"/>
              <a:t>().</a:t>
            </a:r>
            <a:r>
              <a:rPr lang="fr-FR" sz="1000" dirty="0" err="1"/>
              <a:t>orElse</a:t>
            </a:r>
            <a:r>
              <a:rPr lang="fr-FR" sz="1000" dirty="0"/>
              <a:t>(</a:t>
            </a:r>
            <a:r>
              <a:rPr lang="fr-FR" sz="1000" dirty="0" err="1"/>
              <a:t>null</a:t>
            </a:r>
            <a:r>
              <a:rPr lang="fr-FR" sz="1000" dirty="0"/>
              <a:t>);</a:t>
            </a:r>
          </a:p>
          <a:p>
            <a:r>
              <a:rPr lang="fr-FR" sz="1000" dirty="0"/>
              <a:t>        if (</a:t>
            </a:r>
            <a:r>
              <a:rPr lang="fr-FR" sz="1000" dirty="0" err="1"/>
              <a:t>todo</a:t>
            </a:r>
            <a:r>
              <a:rPr lang="fr-FR" sz="1000" dirty="0"/>
              <a:t> == </a:t>
            </a:r>
            <a:r>
              <a:rPr lang="fr-FR" sz="1000" dirty="0" err="1"/>
              <a:t>null</a:t>
            </a:r>
            <a:r>
              <a:rPr lang="fr-FR" sz="1000" dirty="0"/>
              <a:t>) {</a:t>
            </a:r>
          </a:p>
          <a:p>
            <a:r>
              <a:rPr lang="fr-FR" sz="1000" dirty="0"/>
              <a:t>            return </a:t>
            </a:r>
            <a:r>
              <a:rPr lang="fr-FR" sz="1000" dirty="0" err="1"/>
              <a:t>ResponseEntity.notFound</a:t>
            </a:r>
            <a:r>
              <a:rPr lang="fr-FR" sz="1000" dirty="0"/>
              <a:t>().</a:t>
            </a:r>
            <a:r>
              <a:rPr lang="fr-FR" sz="1000" dirty="0" err="1"/>
              <a:t>build</a:t>
            </a:r>
            <a:r>
              <a:rPr lang="fr-FR" sz="1000" dirty="0"/>
              <a:t>();</a:t>
            </a:r>
          </a:p>
          <a:p>
            <a:r>
              <a:rPr lang="fr-FR" sz="1000" dirty="0"/>
              <a:t>        }</a:t>
            </a:r>
          </a:p>
          <a:p>
            <a:r>
              <a:rPr lang="fr-FR" sz="1000" dirty="0"/>
              <a:t>        return </a:t>
            </a:r>
            <a:r>
              <a:rPr lang="fr-FR" sz="1000" dirty="0" err="1"/>
              <a:t>ResponseEntity.ok</a:t>
            </a:r>
            <a:r>
              <a:rPr lang="fr-FR" sz="1000" dirty="0"/>
              <a:t>(</a:t>
            </a:r>
            <a:r>
              <a:rPr lang="fr-FR" sz="1000" dirty="0" err="1"/>
              <a:t>todo</a:t>
            </a:r>
            <a:r>
              <a:rPr lang="fr-FR" sz="1000" dirty="0"/>
              <a:t>);</a:t>
            </a:r>
          </a:p>
          <a:p>
            <a:r>
              <a:rPr lang="fr-FR" sz="1000" dirty="0"/>
              <a:t>    }</a:t>
            </a:r>
          </a:p>
          <a:p>
            <a:endParaRPr lang="fr-FR" sz="1000" dirty="0"/>
          </a:p>
          <a:p>
            <a:r>
              <a:rPr lang="fr-FR" sz="1000" dirty="0"/>
              <a:t>    // CREATE - </a:t>
            </a:r>
            <a:r>
              <a:rPr lang="fr-FR" sz="1000" dirty="0" err="1"/>
              <a:t>Add</a:t>
            </a:r>
            <a:r>
              <a:rPr lang="fr-FR" sz="1000" dirty="0"/>
              <a:t> new </a:t>
            </a:r>
            <a:r>
              <a:rPr lang="fr-FR" sz="1000" dirty="0" err="1"/>
              <a:t>todo</a:t>
            </a:r>
            <a:endParaRPr lang="fr-FR" sz="1000" dirty="0"/>
          </a:p>
          <a:p>
            <a:r>
              <a:rPr lang="fr-FR" sz="1000" dirty="0"/>
              <a:t>    @PostMapping</a:t>
            </a:r>
          </a:p>
          <a:p>
            <a:r>
              <a:rPr lang="fr-FR" sz="1000" dirty="0"/>
              <a:t>    public </a:t>
            </a:r>
            <a:r>
              <a:rPr lang="fr-FR" sz="1000" dirty="0" err="1"/>
              <a:t>ResponseEntity</a:t>
            </a:r>
            <a:r>
              <a:rPr lang="fr-FR" sz="1000" dirty="0"/>
              <a:t>&lt;</a:t>
            </a:r>
            <a:r>
              <a:rPr lang="fr-FR" sz="1000" dirty="0" err="1"/>
              <a:t>Todo</a:t>
            </a:r>
            <a:r>
              <a:rPr lang="fr-FR" sz="1000" dirty="0"/>
              <a:t>&gt; </a:t>
            </a:r>
            <a:r>
              <a:rPr lang="fr-FR" sz="1000" dirty="0" err="1"/>
              <a:t>create</a:t>
            </a:r>
            <a:r>
              <a:rPr lang="fr-FR" sz="1000" dirty="0"/>
              <a:t>(@RequestBody </a:t>
            </a:r>
            <a:r>
              <a:rPr lang="fr-FR" sz="1000" dirty="0" err="1"/>
              <a:t>Todo</a:t>
            </a:r>
            <a:r>
              <a:rPr lang="fr-FR" sz="1000" dirty="0"/>
              <a:t> </a:t>
            </a:r>
            <a:r>
              <a:rPr lang="fr-FR" sz="1000" dirty="0" err="1"/>
              <a:t>todo</a:t>
            </a:r>
            <a:r>
              <a:rPr lang="fr-FR" sz="1000" dirty="0"/>
              <a:t>) {</a:t>
            </a:r>
          </a:p>
          <a:p>
            <a:r>
              <a:rPr lang="fr-FR" sz="1000" dirty="0"/>
              <a:t>        if (</a:t>
            </a:r>
            <a:r>
              <a:rPr lang="fr-FR" sz="1000" dirty="0" err="1"/>
              <a:t>todo</a:t>
            </a:r>
            <a:r>
              <a:rPr lang="fr-FR" sz="1000" dirty="0"/>
              <a:t> == </a:t>
            </a:r>
            <a:r>
              <a:rPr lang="fr-FR" sz="1000" dirty="0" err="1"/>
              <a:t>null</a:t>
            </a:r>
            <a:r>
              <a:rPr lang="fr-FR" sz="1000" dirty="0"/>
              <a:t>) {</a:t>
            </a:r>
          </a:p>
          <a:p>
            <a:r>
              <a:rPr lang="fr-FR" sz="1000" dirty="0"/>
              <a:t>            return </a:t>
            </a:r>
            <a:r>
              <a:rPr lang="fr-FR" sz="1000" dirty="0" err="1"/>
              <a:t>ResponseEntity.badRequest</a:t>
            </a:r>
            <a:r>
              <a:rPr lang="fr-FR" sz="1000" dirty="0"/>
              <a:t>().</a:t>
            </a:r>
            <a:r>
              <a:rPr lang="fr-FR" sz="1000" dirty="0" err="1"/>
              <a:t>build</a:t>
            </a:r>
            <a:r>
              <a:rPr lang="fr-FR" sz="1000" dirty="0"/>
              <a:t>();</a:t>
            </a:r>
          </a:p>
          <a:p>
            <a:r>
              <a:rPr lang="fr-FR" sz="1000" dirty="0"/>
              <a:t>        }</a:t>
            </a:r>
          </a:p>
          <a:p>
            <a:r>
              <a:rPr lang="fr-FR" sz="1000" dirty="0"/>
              <a:t>        todo.id = </a:t>
            </a:r>
            <a:r>
              <a:rPr lang="fr-FR" sz="1000" dirty="0" err="1"/>
              <a:t>newId</a:t>
            </a:r>
            <a:r>
              <a:rPr lang="fr-FR" sz="1000" dirty="0"/>
              <a:t>(); // </a:t>
            </a:r>
            <a:r>
              <a:rPr lang="fr-FR" sz="1000" dirty="0" err="1"/>
              <a:t>Assign</a:t>
            </a:r>
            <a:r>
              <a:rPr lang="fr-FR" sz="1000" dirty="0"/>
              <a:t> new ID</a:t>
            </a:r>
          </a:p>
          <a:p>
            <a:r>
              <a:rPr lang="fr-FR" sz="1000" dirty="0"/>
              <a:t>        </a:t>
            </a:r>
            <a:r>
              <a:rPr lang="fr-FR" sz="1000" dirty="0" err="1"/>
              <a:t>todos.add</a:t>
            </a:r>
            <a:r>
              <a:rPr lang="fr-FR" sz="1000" dirty="0"/>
              <a:t>(</a:t>
            </a:r>
            <a:r>
              <a:rPr lang="fr-FR" sz="1000" dirty="0" err="1"/>
              <a:t>todo</a:t>
            </a:r>
            <a:r>
              <a:rPr lang="fr-FR" sz="1000" dirty="0"/>
              <a:t>);</a:t>
            </a:r>
          </a:p>
          <a:p>
            <a:r>
              <a:rPr lang="fr-FR" sz="1000" dirty="0"/>
              <a:t>        return </a:t>
            </a:r>
            <a:r>
              <a:rPr lang="fr-FR" sz="1000" dirty="0" err="1"/>
              <a:t>ResponseEntity.status</a:t>
            </a:r>
            <a:r>
              <a:rPr lang="fr-FR" sz="1000" dirty="0"/>
              <a:t>(</a:t>
            </a:r>
            <a:r>
              <a:rPr lang="fr-FR" sz="1000" dirty="0" err="1"/>
              <a:t>HttpStatus.CREATED</a:t>
            </a:r>
            <a:r>
              <a:rPr lang="fr-FR" sz="1000" dirty="0"/>
              <a:t>).body(</a:t>
            </a:r>
            <a:r>
              <a:rPr lang="fr-FR" sz="1000" dirty="0" err="1"/>
              <a:t>todo</a:t>
            </a:r>
            <a:r>
              <a:rPr lang="fr-FR" sz="1000" dirty="0"/>
              <a:t>);</a:t>
            </a:r>
          </a:p>
          <a:p>
            <a:r>
              <a:rPr lang="fr-FR" sz="1000" dirty="0"/>
              <a:t>    }</a:t>
            </a:r>
          </a:p>
          <a:p>
            <a:endParaRPr lang="fr-FR" sz="10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ECAE452-1D78-4495-9ABD-038718248F6E}"/>
              </a:ext>
            </a:extLst>
          </p:cNvPr>
          <p:cNvSpPr txBox="1"/>
          <p:nvPr/>
        </p:nvSpPr>
        <p:spPr>
          <a:xfrm>
            <a:off x="8272138" y="1496483"/>
            <a:ext cx="370827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    // UPDATE - Update </a:t>
            </a:r>
            <a:r>
              <a:rPr lang="fr-FR" sz="1000" dirty="0" err="1"/>
              <a:t>existing</a:t>
            </a:r>
            <a:r>
              <a:rPr lang="fr-FR" sz="1000" dirty="0"/>
              <a:t> </a:t>
            </a:r>
            <a:r>
              <a:rPr lang="fr-FR" sz="1000" dirty="0" err="1"/>
              <a:t>todo</a:t>
            </a:r>
            <a:endParaRPr lang="fr-FR" sz="1000" dirty="0"/>
          </a:p>
          <a:p>
            <a:r>
              <a:rPr lang="fr-FR" sz="1000" dirty="0"/>
              <a:t>    @PutMapping()</a:t>
            </a:r>
          </a:p>
          <a:p>
            <a:r>
              <a:rPr lang="fr-FR" sz="1000" dirty="0"/>
              <a:t>    public </a:t>
            </a:r>
            <a:r>
              <a:rPr lang="fr-FR" sz="1000" dirty="0" err="1"/>
              <a:t>ResponseEntity</a:t>
            </a:r>
            <a:r>
              <a:rPr lang="fr-FR" sz="1000" dirty="0"/>
              <a:t>&lt;</a:t>
            </a:r>
            <a:r>
              <a:rPr lang="fr-FR" sz="1000" dirty="0" err="1"/>
              <a:t>Todo</a:t>
            </a:r>
            <a:r>
              <a:rPr lang="fr-FR" sz="1000" dirty="0"/>
              <a:t>&gt; update(</a:t>
            </a:r>
          </a:p>
          <a:p>
            <a:r>
              <a:rPr lang="fr-FR" sz="1000" dirty="0"/>
              <a:t>             @RequestBody </a:t>
            </a:r>
            <a:r>
              <a:rPr lang="fr-FR" sz="1000" dirty="0" err="1"/>
              <a:t>Todo</a:t>
            </a:r>
            <a:r>
              <a:rPr lang="fr-FR" sz="1000" dirty="0"/>
              <a:t> </a:t>
            </a:r>
            <a:r>
              <a:rPr lang="fr-FR" sz="1000" dirty="0" err="1"/>
              <a:t>updatedTodo</a:t>
            </a:r>
            <a:r>
              <a:rPr lang="fr-FR" sz="1000" dirty="0"/>
              <a:t>) {</a:t>
            </a:r>
          </a:p>
          <a:p>
            <a:r>
              <a:rPr lang="fr-FR" sz="1000" dirty="0"/>
              <a:t>        if (</a:t>
            </a:r>
            <a:r>
              <a:rPr lang="fr-FR" sz="1000" dirty="0" err="1"/>
              <a:t>updatedTodo</a:t>
            </a:r>
            <a:r>
              <a:rPr lang="fr-FR" sz="1000" dirty="0"/>
              <a:t> == </a:t>
            </a:r>
            <a:r>
              <a:rPr lang="fr-FR" sz="1000" dirty="0" err="1"/>
              <a:t>null</a:t>
            </a:r>
            <a:r>
              <a:rPr lang="fr-FR" sz="1000" dirty="0"/>
              <a:t>) {</a:t>
            </a:r>
          </a:p>
          <a:p>
            <a:r>
              <a:rPr lang="fr-FR" sz="1000" dirty="0"/>
              <a:t>            return </a:t>
            </a:r>
            <a:r>
              <a:rPr lang="fr-FR" sz="1000" dirty="0" err="1"/>
              <a:t>ResponseEntity.badRequest</a:t>
            </a:r>
            <a:r>
              <a:rPr lang="fr-FR" sz="1000" dirty="0"/>
              <a:t>().</a:t>
            </a:r>
            <a:r>
              <a:rPr lang="fr-FR" sz="1000" dirty="0" err="1"/>
              <a:t>build</a:t>
            </a:r>
            <a:r>
              <a:rPr lang="fr-FR" sz="1000" dirty="0"/>
              <a:t>();</a:t>
            </a:r>
          </a:p>
          <a:p>
            <a:r>
              <a:rPr lang="fr-FR" sz="1000" dirty="0"/>
              <a:t>        }</a:t>
            </a:r>
          </a:p>
          <a:p>
            <a:r>
              <a:rPr lang="fr-FR" sz="1000" dirty="0"/>
              <a:t>        </a:t>
            </a:r>
            <a:r>
              <a:rPr lang="fr-FR" sz="1000" dirty="0" err="1"/>
              <a:t>int</a:t>
            </a:r>
            <a:r>
              <a:rPr lang="fr-FR" sz="1000" dirty="0"/>
              <a:t> id = updatedTodo.id;</a:t>
            </a:r>
          </a:p>
          <a:p>
            <a:r>
              <a:rPr lang="fr-FR" sz="1000" dirty="0"/>
              <a:t>        </a:t>
            </a:r>
            <a:r>
              <a:rPr lang="fr-FR" sz="1000" dirty="0" err="1"/>
              <a:t>boolean</a:t>
            </a:r>
            <a:r>
              <a:rPr lang="fr-FR" sz="1000" dirty="0"/>
              <a:t> </a:t>
            </a:r>
            <a:r>
              <a:rPr lang="fr-FR" sz="1000" dirty="0" err="1"/>
              <a:t>removed</a:t>
            </a:r>
            <a:r>
              <a:rPr lang="fr-FR" sz="1000" dirty="0"/>
              <a:t> = </a:t>
            </a:r>
            <a:r>
              <a:rPr lang="fr-FR" sz="1000" dirty="0" err="1"/>
              <a:t>todos.removeIf</a:t>
            </a:r>
            <a:r>
              <a:rPr lang="fr-FR" sz="1000" dirty="0"/>
              <a:t>(t -&gt; t.id == id);</a:t>
            </a:r>
          </a:p>
          <a:p>
            <a:r>
              <a:rPr lang="fr-FR" sz="1000" dirty="0"/>
              <a:t>        if (!</a:t>
            </a:r>
            <a:r>
              <a:rPr lang="fr-FR" sz="1000" dirty="0" err="1"/>
              <a:t>removed</a:t>
            </a:r>
            <a:r>
              <a:rPr lang="fr-FR" sz="1000" dirty="0"/>
              <a:t>) {</a:t>
            </a:r>
          </a:p>
          <a:p>
            <a:r>
              <a:rPr lang="fr-FR" sz="1000" dirty="0"/>
              <a:t>            return </a:t>
            </a:r>
            <a:r>
              <a:rPr lang="fr-FR" sz="1000" dirty="0" err="1"/>
              <a:t>ResponseEntity.notFound</a:t>
            </a:r>
            <a:r>
              <a:rPr lang="fr-FR" sz="1000" dirty="0"/>
              <a:t>().</a:t>
            </a:r>
            <a:r>
              <a:rPr lang="fr-FR" sz="1000" dirty="0" err="1"/>
              <a:t>build</a:t>
            </a:r>
            <a:r>
              <a:rPr lang="fr-FR" sz="1000" dirty="0"/>
              <a:t>();</a:t>
            </a:r>
          </a:p>
          <a:p>
            <a:r>
              <a:rPr lang="fr-FR" sz="1000" dirty="0"/>
              <a:t>        }</a:t>
            </a:r>
          </a:p>
          <a:p>
            <a:r>
              <a:rPr lang="fr-FR" sz="1000" dirty="0"/>
              <a:t>        </a:t>
            </a:r>
            <a:r>
              <a:rPr lang="fr-FR" sz="1000" dirty="0" err="1"/>
              <a:t>todos.add</a:t>
            </a:r>
            <a:r>
              <a:rPr lang="fr-FR" sz="1000" dirty="0"/>
              <a:t>(</a:t>
            </a:r>
            <a:r>
              <a:rPr lang="fr-FR" sz="1000" dirty="0" err="1"/>
              <a:t>updatedTodo</a:t>
            </a:r>
            <a:r>
              <a:rPr lang="fr-FR" sz="1000" dirty="0"/>
              <a:t>);</a:t>
            </a:r>
          </a:p>
          <a:p>
            <a:r>
              <a:rPr lang="fr-FR" sz="1000" dirty="0"/>
              <a:t>        return </a:t>
            </a:r>
            <a:r>
              <a:rPr lang="fr-FR" sz="1000" dirty="0" err="1"/>
              <a:t>ResponseEntity.ok</a:t>
            </a:r>
            <a:r>
              <a:rPr lang="fr-FR" sz="1000" dirty="0"/>
              <a:t>(</a:t>
            </a:r>
            <a:r>
              <a:rPr lang="fr-FR" sz="1000" dirty="0" err="1"/>
              <a:t>updatedTodo</a:t>
            </a:r>
            <a:r>
              <a:rPr lang="fr-FR" sz="1000" dirty="0"/>
              <a:t>);</a:t>
            </a:r>
          </a:p>
          <a:p>
            <a:r>
              <a:rPr lang="fr-FR" sz="1000" dirty="0"/>
              <a:t>    }</a:t>
            </a:r>
          </a:p>
          <a:p>
            <a:endParaRPr lang="fr-FR" sz="1000" dirty="0"/>
          </a:p>
          <a:p>
            <a:r>
              <a:rPr lang="fr-FR" sz="1000" dirty="0"/>
              <a:t>    // DELETE - </a:t>
            </a:r>
            <a:r>
              <a:rPr lang="fr-FR" sz="1000" dirty="0" err="1"/>
              <a:t>Delete</a:t>
            </a:r>
            <a:r>
              <a:rPr lang="fr-FR" sz="1000" dirty="0"/>
              <a:t> </a:t>
            </a:r>
            <a:r>
              <a:rPr lang="fr-FR" sz="1000" dirty="0" err="1"/>
              <a:t>todo</a:t>
            </a:r>
            <a:r>
              <a:rPr lang="fr-FR" sz="1000" dirty="0"/>
              <a:t> by ID</a:t>
            </a:r>
          </a:p>
          <a:p>
            <a:r>
              <a:rPr lang="fr-FR" sz="1000" dirty="0"/>
              <a:t>    @DeleteMapping("/{id}")</a:t>
            </a:r>
          </a:p>
          <a:p>
            <a:r>
              <a:rPr lang="fr-FR" sz="1000" dirty="0"/>
              <a:t>    public </a:t>
            </a:r>
            <a:r>
              <a:rPr lang="fr-FR" sz="1000" dirty="0" err="1"/>
              <a:t>ResponseEntity</a:t>
            </a:r>
            <a:r>
              <a:rPr lang="fr-FR" sz="1000" dirty="0"/>
              <a:t>&lt;</a:t>
            </a:r>
            <a:r>
              <a:rPr lang="fr-FR" sz="1000" dirty="0" err="1"/>
              <a:t>Void</a:t>
            </a:r>
            <a:r>
              <a:rPr lang="fr-FR" sz="1000" dirty="0"/>
              <a:t>&gt; </a:t>
            </a:r>
            <a:r>
              <a:rPr lang="fr-FR" sz="1000" dirty="0" err="1"/>
              <a:t>delete</a:t>
            </a:r>
            <a:r>
              <a:rPr lang="fr-FR" sz="1000" dirty="0"/>
              <a:t>(@PathVariable </a:t>
            </a:r>
            <a:r>
              <a:rPr lang="fr-FR" sz="1000" dirty="0" err="1"/>
              <a:t>int</a:t>
            </a:r>
            <a:r>
              <a:rPr lang="fr-FR" sz="1000" dirty="0"/>
              <a:t> id) {</a:t>
            </a:r>
          </a:p>
          <a:p>
            <a:r>
              <a:rPr lang="fr-FR" sz="1000" dirty="0"/>
              <a:t>        </a:t>
            </a:r>
            <a:r>
              <a:rPr lang="fr-FR" sz="1000" dirty="0" err="1"/>
              <a:t>boolean</a:t>
            </a:r>
            <a:r>
              <a:rPr lang="fr-FR" sz="1000" dirty="0"/>
              <a:t> </a:t>
            </a:r>
            <a:r>
              <a:rPr lang="fr-FR" sz="1000" dirty="0" err="1"/>
              <a:t>removed</a:t>
            </a:r>
            <a:r>
              <a:rPr lang="fr-FR" sz="1000" dirty="0"/>
              <a:t> = </a:t>
            </a:r>
            <a:r>
              <a:rPr lang="fr-FR" sz="1000" dirty="0" err="1"/>
              <a:t>todos.removeIf</a:t>
            </a:r>
            <a:r>
              <a:rPr lang="fr-FR" sz="1000" dirty="0"/>
              <a:t>(t -&gt; t.id == id);</a:t>
            </a:r>
          </a:p>
          <a:p>
            <a:r>
              <a:rPr lang="fr-FR" sz="1000" dirty="0"/>
              <a:t>        if (</a:t>
            </a:r>
            <a:r>
              <a:rPr lang="fr-FR" sz="1000" dirty="0" err="1"/>
              <a:t>removed</a:t>
            </a:r>
            <a:r>
              <a:rPr lang="fr-FR" sz="1000" dirty="0"/>
              <a:t>) {</a:t>
            </a:r>
          </a:p>
          <a:p>
            <a:r>
              <a:rPr lang="fr-FR" sz="1000" dirty="0"/>
              <a:t>            return </a:t>
            </a:r>
            <a:r>
              <a:rPr lang="fr-FR" sz="1000" dirty="0" err="1"/>
              <a:t>ResponseEntity.noContent</a:t>
            </a:r>
            <a:r>
              <a:rPr lang="fr-FR" sz="1000" dirty="0"/>
              <a:t>().</a:t>
            </a:r>
            <a:r>
              <a:rPr lang="fr-FR" sz="1000" dirty="0" err="1"/>
              <a:t>build</a:t>
            </a:r>
            <a:r>
              <a:rPr lang="fr-FR" sz="1000" dirty="0"/>
              <a:t>();</a:t>
            </a:r>
          </a:p>
          <a:p>
            <a:r>
              <a:rPr lang="fr-FR" sz="1000" dirty="0"/>
              <a:t>        }</a:t>
            </a:r>
          </a:p>
          <a:p>
            <a:r>
              <a:rPr lang="fr-FR" sz="1000" dirty="0"/>
              <a:t>        return </a:t>
            </a:r>
            <a:r>
              <a:rPr lang="fr-FR" sz="1000" dirty="0" err="1"/>
              <a:t>ResponseEntity.notFound</a:t>
            </a:r>
            <a:r>
              <a:rPr lang="fr-FR" sz="1000" dirty="0"/>
              <a:t>().</a:t>
            </a:r>
            <a:r>
              <a:rPr lang="fr-FR" sz="1000" dirty="0" err="1"/>
              <a:t>build</a:t>
            </a:r>
            <a:r>
              <a:rPr lang="fr-FR" sz="1000" dirty="0"/>
              <a:t>();</a:t>
            </a:r>
          </a:p>
          <a:p>
            <a:r>
              <a:rPr lang="fr-FR" sz="1000" dirty="0"/>
              <a:t>    }</a:t>
            </a:r>
          </a:p>
          <a:p>
            <a:endParaRPr lang="fr-FR" sz="1000" dirty="0"/>
          </a:p>
          <a:p>
            <a:r>
              <a:rPr lang="fr-FR" sz="1000" dirty="0"/>
              <a:t>    // DELETE - </a:t>
            </a:r>
            <a:r>
              <a:rPr lang="fr-FR" sz="1000" dirty="0" err="1"/>
              <a:t>Delete</a:t>
            </a:r>
            <a:r>
              <a:rPr lang="fr-FR" sz="1000" dirty="0"/>
              <a:t> all </a:t>
            </a:r>
            <a:r>
              <a:rPr lang="fr-FR" sz="1000" dirty="0" err="1"/>
              <a:t>todos</a:t>
            </a:r>
            <a:endParaRPr lang="fr-FR" sz="1000" dirty="0"/>
          </a:p>
          <a:p>
            <a:r>
              <a:rPr lang="fr-FR" sz="1000" dirty="0"/>
              <a:t>    @DeleteMapping</a:t>
            </a:r>
          </a:p>
          <a:p>
            <a:r>
              <a:rPr lang="fr-FR" sz="1000" dirty="0"/>
              <a:t>    public </a:t>
            </a:r>
            <a:r>
              <a:rPr lang="fr-FR" sz="1000" dirty="0" err="1"/>
              <a:t>ResponseEntity</a:t>
            </a:r>
            <a:r>
              <a:rPr lang="fr-FR" sz="1000" dirty="0"/>
              <a:t>&lt;</a:t>
            </a:r>
            <a:r>
              <a:rPr lang="fr-FR" sz="1000" dirty="0" err="1"/>
              <a:t>Void</a:t>
            </a:r>
            <a:r>
              <a:rPr lang="fr-FR" sz="1000" dirty="0"/>
              <a:t>&gt; </a:t>
            </a:r>
            <a:r>
              <a:rPr lang="fr-FR" sz="1000" dirty="0" err="1"/>
              <a:t>deleteAll</a:t>
            </a:r>
            <a:r>
              <a:rPr lang="fr-FR" sz="1000" dirty="0"/>
              <a:t>() {</a:t>
            </a:r>
          </a:p>
          <a:p>
            <a:r>
              <a:rPr lang="fr-FR" sz="1000" dirty="0"/>
              <a:t>        </a:t>
            </a:r>
            <a:r>
              <a:rPr lang="fr-FR" sz="1000" dirty="0" err="1"/>
              <a:t>todos.clear</a:t>
            </a:r>
            <a:r>
              <a:rPr lang="fr-FR" sz="1000" dirty="0"/>
              <a:t>();</a:t>
            </a:r>
          </a:p>
          <a:p>
            <a:r>
              <a:rPr lang="fr-FR" sz="1000" dirty="0"/>
              <a:t>        return </a:t>
            </a:r>
            <a:r>
              <a:rPr lang="fr-FR" sz="1000" dirty="0" err="1"/>
              <a:t>ResponseEntity.noContent</a:t>
            </a:r>
            <a:r>
              <a:rPr lang="fr-FR" sz="1000" dirty="0"/>
              <a:t>().</a:t>
            </a:r>
            <a:r>
              <a:rPr lang="fr-FR" sz="1000" dirty="0" err="1"/>
              <a:t>build</a:t>
            </a:r>
            <a:r>
              <a:rPr lang="fr-FR" sz="1000" dirty="0"/>
              <a:t>();</a:t>
            </a:r>
          </a:p>
          <a:p>
            <a:r>
              <a:rPr lang="fr-FR" sz="1000" dirty="0"/>
              <a:t>    }</a:t>
            </a:r>
          </a:p>
          <a:p>
            <a:r>
              <a:rPr lang="fr-FR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56291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ED92CC-7957-4213-82D4-53B85724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52"/>
            <a:ext cx="10515600" cy="1325563"/>
          </a:xfrm>
        </p:spPr>
        <p:txBody>
          <a:bodyPr>
            <a:normAutofit/>
          </a:bodyPr>
          <a:lstStyle/>
          <a:p>
            <a:r>
              <a:rPr lang="fr-FR" dirty="0"/>
              <a:t>Test </a:t>
            </a:r>
            <a:r>
              <a:rPr lang="fr-FR" dirty="0" err="1"/>
              <a:t>Using</a:t>
            </a:r>
            <a:r>
              <a:rPr lang="fr-FR" dirty="0"/>
              <a:t> Web Browser </a:t>
            </a:r>
            <a:r>
              <a:rPr lang="fr-FR" dirty="0" err="1"/>
              <a:t>DevTool</a:t>
            </a:r>
            <a:r>
              <a:rPr lang="fr-FR" dirty="0"/>
              <a:t> « </a:t>
            </a:r>
            <a:r>
              <a:rPr lang="fr-FR" dirty="0" err="1"/>
              <a:t>fetch</a:t>
            </a:r>
            <a:r>
              <a:rPr lang="fr-FR" dirty="0"/>
              <a:t>() 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2D1097-8D92-459C-8312-04EC54D2C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2201"/>
            <a:ext cx="12192000" cy="358996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872F508-BBAD-4C35-B543-F0A457B7A57E}"/>
              </a:ext>
            </a:extLst>
          </p:cNvPr>
          <p:cNvSpPr txBox="1"/>
          <p:nvPr/>
        </p:nvSpPr>
        <p:spPr>
          <a:xfrm>
            <a:off x="1589103" y="1207362"/>
            <a:ext cx="99296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Open browser page « http://localhost:8080/ »   </a:t>
            </a:r>
          </a:p>
          <a:p>
            <a:r>
              <a:rPr lang="fr-FR" sz="2000" dirty="0" err="1"/>
              <a:t>Then</a:t>
            </a:r>
            <a:r>
              <a:rPr lang="fr-FR" sz="2000" dirty="0"/>
              <a:t> Open </a:t>
            </a:r>
            <a:r>
              <a:rPr lang="fr-FR" sz="2000" dirty="0" err="1"/>
              <a:t>DevTool</a:t>
            </a:r>
            <a:r>
              <a:rPr lang="fr-FR" sz="2000" dirty="0"/>
              <a:t>  « F12 » </a:t>
            </a:r>
          </a:p>
          <a:p>
            <a:r>
              <a:rPr lang="fr-FR" sz="2000" dirty="0" err="1"/>
              <a:t>Then</a:t>
            </a:r>
            <a:r>
              <a:rPr lang="fr-FR" sz="2000" dirty="0"/>
              <a:t> go in « Console » TAB</a:t>
            </a:r>
          </a:p>
          <a:p>
            <a:r>
              <a:rPr lang="fr-FR" sz="2000" dirty="0"/>
              <a:t>Type   </a:t>
            </a:r>
            <a:r>
              <a:rPr lang="fr-FR" sz="2000" dirty="0" err="1"/>
              <a:t>fetch</a:t>
            </a:r>
            <a:r>
              <a:rPr lang="fr-FR" sz="2000" dirty="0"/>
              <a:t>("http://localhost:8080/api/</a:t>
            </a:r>
            <a:r>
              <a:rPr lang="fr-FR" sz="2000" dirty="0" err="1"/>
              <a:t>todo</a:t>
            </a:r>
            <a:r>
              <a:rPr lang="fr-FR" sz="2000" dirty="0"/>
              <a:t>").</a:t>
            </a:r>
            <a:r>
              <a:rPr lang="fr-FR" sz="2000" dirty="0" err="1"/>
              <a:t>then</a:t>
            </a:r>
            <a:r>
              <a:rPr lang="fr-FR" sz="2000" dirty="0"/>
              <a:t>(</a:t>
            </a:r>
            <a:r>
              <a:rPr lang="fr-FR" sz="2000" dirty="0" err="1"/>
              <a:t>res</a:t>
            </a:r>
            <a:r>
              <a:rPr lang="fr-FR" sz="2000" dirty="0"/>
              <a:t> =&gt; console.log("Http </a:t>
            </a:r>
            <a:r>
              <a:rPr lang="fr-FR" sz="2000" dirty="0" err="1"/>
              <a:t>response</a:t>
            </a:r>
            <a:r>
              <a:rPr lang="fr-FR" sz="2000" dirty="0"/>
              <a:t>:", </a:t>
            </a:r>
            <a:r>
              <a:rPr lang="fr-FR" sz="2000" dirty="0" err="1"/>
              <a:t>res</a:t>
            </a:r>
            <a:r>
              <a:rPr lang="fr-FR" sz="2000" dirty="0"/>
              <a:t>) )</a:t>
            </a:r>
          </a:p>
        </p:txBody>
      </p:sp>
    </p:spTree>
    <p:extLst>
      <p:ext uri="{BB962C8B-B14F-4D97-AF65-F5344CB8AC3E}">
        <p14:creationId xmlns:p14="http://schemas.microsoft.com/office/powerpoint/2010/main" val="8350422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223EDC-8859-4417-A304-44648048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6463"/>
            <a:ext cx="10515600" cy="1131384"/>
          </a:xfrm>
        </p:spPr>
        <p:txBody>
          <a:bodyPr/>
          <a:lstStyle/>
          <a:p>
            <a:r>
              <a:rPr lang="fr-FR" dirty="0"/>
              <a:t>Open </a:t>
            </a:r>
            <a:r>
              <a:rPr lang="fr-FR" dirty="0" err="1"/>
              <a:t>DevTools</a:t>
            </a:r>
            <a:r>
              <a:rPr lang="fr-FR" dirty="0"/>
              <a:t> Tab « Network 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426730-F866-4FE8-ABB7-6D734CC01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949" y="915021"/>
            <a:ext cx="8674800" cy="586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942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FCF565-BFDC-480F-BDEB-5F972294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384"/>
            <a:ext cx="10515600" cy="1325563"/>
          </a:xfrm>
        </p:spPr>
        <p:txBody>
          <a:bodyPr/>
          <a:lstStyle/>
          <a:p>
            <a:r>
              <a:rPr lang="fr-FR" dirty="0" err="1"/>
              <a:t>DevTool</a:t>
            </a:r>
            <a:r>
              <a:rPr lang="fr-FR" dirty="0"/>
              <a:t>  Console LOG INFO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882730D-F7BA-44A8-9B8C-714A97263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3097"/>
            <a:ext cx="12192000" cy="410550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6EFDE62-8B5B-432F-AD1A-66E4329A329F}"/>
              </a:ext>
            </a:extLst>
          </p:cNvPr>
          <p:cNvSpPr txBox="1"/>
          <p:nvPr/>
        </p:nvSpPr>
        <p:spPr>
          <a:xfrm>
            <a:off x="803429" y="1540276"/>
            <a:ext cx="5621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Difficult</a:t>
            </a:r>
            <a:r>
              <a:rPr lang="fr-FR" dirty="0"/>
              <a:t> to </a:t>
            </a:r>
            <a:r>
              <a:rPr lang="fr-FR" dirty="0" err="1"/>
              <a:t>read</a:t>
            </a:r>
            <a:r>
              <a:rPr lang="fr-FR" dirty="0"/>
              <a:t> the « </a:t>
            </a:r>
            <a:r>
              <a:rPr lang="fr-FR" dirty="0" err="1"/>
              <a:t>Response</a:t>
            </a:r>
            <a:r>
              <a:rPr lang="fr-FR" dirty="0"/>
              <a:t> Body »  (</a:t>
            </a:r>
            <a:r>
              <a:rPr lang="fr-FR" dirty="0" err="1"/>
              <a:t>ReadableStream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92502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6BFD7-042B-45D7-A699-9B8D5959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9860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Testing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CURL …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Cmder</a:t>
            </a:r>
            <a:br>
              <a:rPr lang="fr-FR" dirty="0"/>
            </a:br>
            <a:r>
              <a:rPr lang="fr-FR" dirty="0">
                <a:hlinkClick r:id="rId2"/>
              </a:rPr>
              <a:t>https://cmder.app</a:t>
            </a:r>
            <a:r>
              <a:rPr lang="fr-FR" dirty="0"/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6DA5D0C-1D48-4897-8EB4-3018C6185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914" y="1591211"/>
            <a:ext cx="8016998" cy="506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965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6BFD7-042B-45D7-A699-9B8D5959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9860"/>
          </a:xfrm>
        </p:spPr>
        <p:txBody>
          <a:bodyPr/>
          <a:lstStyle/>
          <a:p>
            <a:r>
              <a:rPr lang="fr-FR" dirty="0"/>
              <a:t>Open Terminal for </a:t>
            </a:r>
            <a:r>
              <a:rPr lang="fr-FR" dirty="0" err="1"/>
              <a:t>Cmder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0BD0A-B457-47D5-9080-07DCDB0F4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022" y="3165124"/>
            <a:ext cx="1303133" cy="97163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A6A7360-295B-41F2-AEDA-1766BDF37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325" y="918838"/>
            <a:ext cx="6347992" cy="619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323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6BFD7-042B-45D7-A699-9B8D5959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9860"/>
          </a:xfrm>
        </p:spPr>
        <p:txBody>
          <a:bodyPr/>
          <a:lstStyle/>
          <a:p>
            <a:r>
              <a:rPr lang="fr-FR" dirty="0"/>
              <a:t>$ </a:t>
            </a:r>
            <a:r>
              <a:rPr lang="fr-FR" dirty="0" err="1"/>
              <a:t>curl</a:t>
            </a:r>
            <a:r>
              <a:rPr lang="fr-FR" dirty="0"/>
              <a:t>    command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70999AB-64C3-46E3-98AE-8E798F7E1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381" y="1568183"/>
            <a:ext cx="9563929" cy="4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478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6BFD7-042B-45D7-A699-9B8D5959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9860"/>
          </a:xfrm>
        </p:spPr>
        <p:txBody>
          <a:bodyPr/>
          <a:lstStyle/>
          <a:p>
            <a:r>
              <a:rPr lang="fr-FR" dirty="0"/>
              <a:t>Example </a:t>
            </a:r>
            <a:r>
              <a:rPr lang="fr-FR" dirty="0" err="1"/>
              <a:t>curl</a:t>
            </a:r>
            <a:r>
              <a:rPr lang="fr-FR" dirty="0"/>
              <a:t> GET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7E0C671-7FAD-4653-8479-B82161530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942" y="2596443"/>
            <a:ext cx="5944115" cy="166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266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6BFD7-042B-45D7-A699-9B8D5959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9860"/>
          </a:xfrm>
        </p:spPr>
        <p:txBody>
          <a:bodyPr/>
          <a:lstStyle/>
          <a:p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Curl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Headers « -H ‘key: value’ »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3893E64-09D2-454C-A48E-7A3C0FB17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7089"/>
            <a:ext cx="12192000" cy="508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942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6BFD7-042B-45D7-A699-9B8D5959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9860"/>
          </a:xfrm>
        </p:spPr>
        <p:txBody>
          <a:bodyPr/>
          <a:lstStyle/>
          <a:p>
            <a:r>
              <a:rPr lang="fr-FR" dirty="0"/>
              <a:t>Example http 406 (</a:t>
            </a:r>
            <a:r>
              <a:rPr lang="fr-FR" dirty="0" err="1"/>
              <a:t>bad</a:t>
            </a:r>
            <a:r>
              <a:rPr lang="fr-FR" dirty="0"/>
              <a:t> media)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34FD8DB-9F41-48F6-B523-2EEF6D137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77" y="1177428"/>
            <a:ext cx="9819221" cy="57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340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6BFD7-042B-45D7-A699-9B8D5959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9860"/>
          </a:xfrm>
        </p:spPr>
        <p:txBody>
          <a:bodyPr/>
          <a:lstStyle/>
          <a:p>
            <a:r>
              <a:rPr lang="fr-FR" dirty="0"/>
              <a:t>Test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IntelliJ</a:t>
            </a:r>
            <a:r>
              <a:rPr lang="fr-FR" dirty="0"/>
              <a:t>   « </a:t>
            </a:r>
            <a:r>
              <a:rPr lang="fr-FR" dirty="0" err="1"/>
              <a:t>test.http</a:t>
            </a:r>
            <a:r>
              <a:rPr lang="fr-FR" dirty="0"/>
              <a:t> » file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4F8500C-B2D6-478E-8005-9D357901E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079" y="936982"/>
            <a:ext cx="8028466" cy="567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216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6BFD7-042B-45D7-A699-9B8D5959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9860"/>
          </a:xfrm>
        </p:spPr>
        <p:txBody>
          <a:bodyPr>
            <a:normAutofit/>
          </a:bodyPr>
          <a:lstStyle/>
          <a:p>
            <a:r>
              <a:rPr lang="fr-FR" dirty="0"/>
              <a:t>Edit « </a:t>
            </a:r>
            <a:r>
              <a:rPr lang="fr-FR" dirty="0" err="1"/>
              <a:t>test.http</a:t>
            </a:r>
            <a:r>
              <a:rPr lang="fr-FR" dirty="0"/>
              <a:t> » file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AD9F696-9412-4DCE-93C6-801E21615C98}"/>
              </a:ext>
            </a:extLst>
          </p:cNvPr>
          <p:cNvSpPr txBox="1"/>
          <p:nvPr/>
        </p:nvSpPr>
        <p:spPr>
          <a:xfrm>
            <a:off x="3683125" y="1727926"/>
            <a:ext cx="60967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### GET </a:t>
            </a:r>
            <a:r>
              <a:rPr lang="fr-FR" dirty="0" err="1"/>
              <a:t>request</a:t>
            </a:r>
            <a:endParaRPr lang="fr-FR" dirty="0"/>
          </a:p>
          <a:p>
            <a:r>
              <a:rPr lang="fr-FR" dirty="0"/>
              <a:t>GET http://localhost:8080/api/todo</a:t>
            </a:r>
          </a:p>
          <a:p>
            <a:r>
              <a:rPr lang="fr-FR" dirty="0" err="1"/>
              <a:t>Accept</a:t>
            </a:r>
            <a:r>
              <a:rPr lang="fr-FR" dirty="0"/>
              <a:t>: application/</a:t>
            </a:r>
            <a:r>
              <a:rPr lang="fr-FR" dirty="0" err="1"/>
              <a:t>json</a:t>
            </a:r>
            <a:endParaRPr lang="fr-FR" dirty="0"/>
          </a:p>
          <a:p>
            <a:endParaRPr lang="fr-FR" dirty="0"/>
          </a:p>
          <a:p>
            <a:r>
              <a:rPr lang="fr-FR" dirty="0"/>
              <a:t>### POST </a:t>
            </a:r>
            <a:r>
              <a:rPr lang="fr-FR" dirty="0" err="1"/>
              <a:t>request</a:t>
            </a:r>
            <a:endParaRPr lang="fr-FR" dirty="0"/>
          </a:p>
          <a:p>
            <a:r>
              <a:rPr lang="fr-FR" dirty="0"/>
              <a:t>POST http://localhost:8080/api/todo</a:t>
            </a:r>
          </a:p>
          <a:p>
            <a:r>
              <a:rPr lang="fr-FR" dirty="0"/>
              <a:t>Content-Type: application/</a:t>
            </a:r>
            <a:r>
              <a:rPr lang="fr-FR" dirty="0" err="1"/>
              <a:t>json</a:t>
            </a:r>
            <a:endParaRPr lang="fr-FR" dirty="0"/>
          </a:p>
          <a:p>
            <a:endParaRPr lang="fr-FR" dirty="0"/>
          </a:p>
          <a:p>
            <a:r>
              <a:rPr lang="fr-FR" dirty="0"/>
              <a:t>{</a:t>
            </a:r>
          </a:p>
          <a:p>
            <a:r>
              <a:rPr lang="fr-FR" dirty="0"/>
              <a:t>  "</a:t>
            </a:r>
            <a:r>
              <a:rPr lang="fr-FR" dirty="0" err="1"/>
              <a:t>title</a:t>
            </a:r>
            <a:r>
              <a:rPr lang="fr-FR" dirty="0"/>
              <a:t>": "</a:t>
            </a:r>
            <a:r>
              <a:rPr lang="fr-FR" dirty="0" err="1"/>
              <a:t>Learn</a:t>
            </a:r>
            <a:r>
              <a:rPr lang="fr-FR" dirty="0"/>
              <a:t> </a:t>
            </a:r>
            <a:r>
              <a:rPr lang="fr-FR" dirty="0" err="1"/>
              <a:t>SpringBoot</a:t>
            </a:r>
            <a:r>
              <a:rPr lang="fr-FR" dirty="0"/>
              <a:t>",</a:t>
            </a:r>
          </a:p>
          <a:p>
            <a:r>
              <a:rPr lang="fr-FR" dirty="0"/>
              <a:t>  "description": "</a:t>
            </a:r>
            <a:r>
              <a:rPr lang="fr-FR" dirty="0" err="1"/>
              <a:t>Learn</a:t>
            </a:r>
            <a:r>
              <a:rPr lang="fr-FR" dirty="0"/>
              <a:t> </a:t>
            </a:r>
            <a:r>
              <a:rPr lang="fr-FR" dirty="0" err="1"/>
              <a:t>SpringBoot</a:t>
            </a:r>
            <a:r>
              <a:rPr lang="fr-FR" dirty="0"/>
              <a:t>",</a:t>
            </a:r>
          </a:p>
          <a:p>
            <a:r>
              <a:rPr lang="fr-FR" dirty="0"/>
              <a:t>  "</a:t>
            </a:r>
            <a:r>
              <a:rPr lang="fr-FR" dirty="0" err="1"/>
              <a:t>priority</a:t>
            </a:r>
            <a:r>
              <a:rPr lang="fr-FR" dirty="0"/>
              <a:t>": 2</a:t>
            </a:r>
          </a:p>
          <a:p>
            <a:r>
              <a:rPr lang="fr-FR" dirty="0"/>
              <a:t>}</a:t>
            </a:r>
          </a:p>
          <a:p>
            <a:r>
              <a:rPr lang="fr-FR" dirty="0"/>
              <a:t>###</a:t>
            </a:r>
          </a:p>
        </p:txBody>
      </p:sp>
    </p:spTree>
    <p:extLst>
      <p:ext uri="{BB962C8B-B14F-4D97-AF65-F5344CB8AC3E}">
        <p14:creationId xmlns:p14="http://schemas.microsoft.com/office/powerpoint/2010/main" val="12124973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6BFD7-042B-45D7-A699-9B8D5959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9860"/>
          </a:xfrm>
        </p:spPr>
        <p:txBody>
          <a:bodyPr/>
          <a:lstStyle/>
          <a:p>
            <a:r>
              <a:rPr lang="fr-FR" dirty="0" err="1"/>
              <a:t>Test.http</a:t>
            </a:r>
            <a:r>
              <a:rPr lang="fr-FR" dirty="0"/>
              <a:t> … </a:t>
            </a:r>
            <a:r>
              <a:rPr lang="fr-FR" dirty="0" err="1"/>
              <a:t>request</a:t>
            </a:r>
            <a:r>
              <a:rPr lang="fr-FR" dirty="0"/>
              <a:t> are </a:t>
            </a:r>
            <a:r>
              <a:rPr lang="fr-FR" dirty="0" err="1"/>
              <a:t>executable</a:t>
            </a:r>
            <a:r>
              <a:rPr lang="fr-FR" dirty="0"/>
              <a:t> 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5EAD40-479F-4197-9E14-DC8450AA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31" y="1532476"/>
            <a:ext cx="8809483" cy="49915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221F647-7FE7-40F9-88DD-D1F7F6BBB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158" y="155184"/>
            <a:ext cx="854215" cy="73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1509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1C5194-2894-4B25-BE29-2FAAECED1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2256"/>
          </a:xfrm>
        </p:spPr>
        <p:txBody>
          <a:bodyPr/>
          <a:lstStyle/>
          <a:p>
            <a:r>
              <a:rPr lang="fr-FR" dirty="0" err="1"/>
              <a:t>Execute</a:t>
            </a:r>
            <a:r>
              <a:rPr lang="fr-FR" dirty="0"/>
              <a:t>..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E7AB90E-673A-457E-A8F5-3D2729EB7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258" y="776178"/>
            <a:ext cx="8195404" cy="608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971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C16DAB-04BE-4B22-953B-432D1C005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272" y="1"/>
            <a:ext cx="10515600" cy="1052004"/>
          </a:xfrm>
        </p:spPr>
        <p:txBody>
          <a:bodyPr/>
          <a:lstStyle/>
          <a:p>
            <a:r>
              <a:rPr lang="fr-FR" dirty="0"/>
              <a:t>Put </a:t>
            </a:r>
            <a:r>
              <a:rPr lang="fr-FR" dirty="0" err="1"/>
              <a:t>Debug</a:t>
            </a:r>
            <a:r>
              <a:rPr lang="fr-FR" dirty="0"/>
              <a:t> </a:t>
            </a:r>
            <a:r>
              <a:rPr lang="fr-FR" dirty="0" err="1"/>
              <a:t>Breakpoints</a:t>
            </a:r>
            <a:r>
              <a:rPr lang="fr-FR" dirty="0"/>
              <a:t> in Server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7AF5A8A-276B-476C-9611-49648E508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14" y="1146926"/>
            <a:ext cx="11792972" cy="499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192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46D56A-15F7-4923-8246-4FF118291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3278"/>
          </a:xfrm>
        </p:spPr>
        <p:txBody>
          <a:bodyPr>
            <a:normAutofit/>
          </a:bodyPr>
          <a:lstStyle/>
          <a:p>
            <a:r>
              <a:rPr lang="fr-FR" dirty="0" err="1"/>
              <a:t>Debug</a:t>
            </a:r>
            <a:r>
              <a:rPr lang="fr-FR" dirty="0"/>
              <a:t>..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D90C927-0B06-493C-B6CA-BB6415745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468" y="817554"/>
            <a:ext cx="9059194" cy="604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249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06166B-FE0C-4F29-8139-2CB3A54C9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 dirty="0"/>
              <a:t>Test </a:t>
            </a:r>
            <a:r>
              <a:rPr lang="fr-FR" dirty="0" err="1"/>
              <a:t>Using</a:t>
            </a:r>
            <a:r>
              <a:rPr lang="fr-FR" dirty="0"/>
              <a:t> Bruno  (or Postman)</a:t>
            </a:r>
            <a:br>
              <a:rPr lang="fr-FR" dirty="0"/>
            </a:br>
            <a:r>
              <a:rPr lang="fr-FR" dirty="0">
                <a:hlinkClick r:id="rId2"/>
              </a:rPr>
              <a:t>https://usebruno.com</a:t>
            </a:r>
            <a:r>
              <a:rPr lang="fr-FR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5572292-2D55-4833-A713-2596F396F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476" y="1595969"/>
            <a:ext cx="8740273" cy="526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968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157FC4-6A14-482C-AFE0-7C3483DE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Bruno –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Request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B49ABD-EADE-4815-920F-F64117DD9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280" y="1479761"/>
            <a:ext cx="9476291" cy="51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7998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B16D3E-B143-4887-957C-06934284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 dirty="0"/>
              <a:t>Bruno – </a:t>
            </a:r>
            <a:r>
              <a:rPr lang="fr-FR" dirty="0" err="1"/>
              <a:t>Request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F5ED88-E086-4E00-95A6-51946AF82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024" y="1284154"/>
            <a:ext cx="7582557" cy="520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4194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753406-BFB0-42EB-9E7D-8818E4A11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17" y="28281"/>
            <a:ext cx="10543172" cy="877241"/>
          </a:xfrm>
        </p:spPr>
        <p:txBody>
          <a:bodyPr/>
          <a:lstStyle/>
          <a:p>
            <a:r>
              <a:rPr lang="fr-FR" dirty="0" err="1"/>
              <a:t>Execute</a:t>
            </a:r>
            <a:r>
              <a:rPr lang="fr-FR" dirty="0"/>
              <a:t> </a:t>
            </a:r>
            <a:r>
              <a:rPr lang="fr-FR" dirty="0" err="1"/>
              <a:t>Request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F673802-CB24-42AD-B35B-139F18D0A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53" y="850060"/>
            <a:ext cx="10451777" cy="58908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973CB0-6CCE-46AC-9BF1-450B37B092F6}"/>
              </a:ext>
            </a:extLst>
          </p:cNvPr>
          <p:cNvSpPr/>
          <p:nvPr/>
        </p:nvSpPr>
        <p:spPr>
          <a:xfrm>
            <a:off x="11208059" y="2060362"/>
            <a:ext cx="374342" cy="4113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8641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3AEE44-E7B8-41B3-8058-E81B5BDD5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OpenAPI</a:t>
            </a:r>
            <a:r>
              <a:rPr lang="fr-FR" dirty="0"/>
              <a:t> – </a:t>
            </a:r>
            <a:r>
              <a:rPr lang="fr-FR" dirty="0" err="1"/>
              <a:t>Swagger</a:t>
            </a:r>
            <a:r>
              <a:rPr lang="fr-FR" dirty="0"/>
              <a:t>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5CB82D9-E83D-4EAD-9861-5B37645E24EE}"/>
              </a:ext>
            </a:extLst>
          </p:cNvPr>
          <p:cNvSpPr txBox="1"/>
          <p:nvPr/>
        </p:nvSpPr>
        <p:spPr>
          <a:xfrm>
            <a:off x="4252913" y="3243263"/>
            <a:ext cx="66718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OpenAPI</a:t>
            </a:r>
            <a:r>
              <a:rPr lang="fr-FR" dirty="0"/>
              <a:t>  and </a:t>
            </a:r>
            <a:r>
              <a:rPr lang="fr-FR" dirty="0" err="1"/>
              <a:t>swagger-ui</a:t>
            </a:r>
            <a:r>
              <a:rPr lang="fr-FR" dirty="0"/>
              <a:t>  </a:t>
            </a:r>
            <a:r>
              <a:rPr lang="fr-FR" dirty="0" err="1"/>
              <a:t>maven</a:t>
            </a:r>
            <a:r>
              <a:rPr lang="fr-FR" dirty="0"/>
              <a:t> </a:t>
            </a:r>
            <a:r>
              <a:rPr lang="fr-FR" dirty="0" err="1"/>
              <a:t>dependencies</a:t>
            </a:r>
            <a:r>
              <a:rPr lang="fr-FR" dirty="0"/>
              <a:t> to </a:t>
            </a:r>
            <a:r>
              <a:rPr lang="fr-FR" dirty="0" err="1"/>
              <a:t>your</a:t>
            </a:r>
            <a:r>
              <a:rPr lang="fr-FR" dirty="0"/>
              <a:t> pom.xml</a:t>
            </a:r>
          </a:p>
          <a:p>
            <a:endParaRPr lang="fr-FR" dirty="0"/>
          </a:p>
          <a:p>
            <a:r>
              <a:rPr lang="fr-FR" dirty="0" err="1"/>
              <a:t>Relaunch</a:t>
            </a:r>
            <a:endParaRPr lang="fr-FR" dirty="0"/>
          </a:p>
          <a:p>
            <a:endParaRPr lang="fr-FR" dirty="0"/>
          </a:p>
          <a:p>
            <a:r>
              <a:rPr lang="fr-FR" dirty="0"/>
              <a:t>Open  « http://localhost:8080/swagger-ui.html »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75161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1865</Words>
  <Application>Microsoft Office PowerPoint</Application>
  <PresentationFormat>Grand écran</PresentationFormat>
  <Paragraphs>266</Paragraphs>
  <Slides>59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59</vt:i4>
      </vt:variant>
    </vt:vector>
  </HeadingPairs>
  <TitlesOfParts>
    <vt:vector size="63" baseType="lpstr">
      <vt:lpstr>Arial</vt:lpstr>
      <vt:lpstr>Calibri</vt:lpstr>
      <vt:lpstr>Calibri Light</vt:lpstr>
      <vt:lpstr>Thème Office</vt:lpstr>
      <vt:lpstr>Workshop 1 - Web</vt:lpstr>
      <vt:lpstr>TD Outline</vt:lpstr>
      <vt:lpstr>TD Outline</vt:lpstr>
      <vt:lpstr>Pre-Requisite 1 : Install Java JDK</vt:lpstr>
      <vt:lpstr>Step 1 : Install Java JDK, download (~170 Mo)</vt:lpstr>
      <vt:lpstr>Installing ...</vt:lpstr>
      <vt:lpstr>Optional :  defining env variable JAVA_HOME</vt:lpstr>
      <vt:lpstr>Optional Changing directory "c:\apps\jdk" (avoid long names, and space in dir name so avoid "Program &amp; Files\...")</vt:lpstr>
      <vt:lpstr>Check Java  installation OK C:&gt;   java -version</vt:lpstr>
      <vt:lpstr>TD Outline</vt:lpstr>
      <vt:lpstr>Pre-Requisite 2 : Install IDE "IntelliJ  IDEA"</vt:lpstr>
      <vt:lpstr>Download IntelliJ IDEA</vt:lpstr>
      <vt:lpstr>Free 30-days trial   -OR-  register free 1 year</vt:lpstr>
      <vt:lpstr>Register IntelliJ IDEA "Ultimate" as Student</vt:lpstr>
      <vt:lpstr>Steps ...</vt:lpstr>
      <vt:lpstr>TD Outline</vt:lpstr>
      <vt:lpstr>Using springboot starter  aka "Spring Initializr" https://start.spring.io</vt:lpstr>
      <vt:lpstr>Open Springboot Initializr https://start.spring.io</vt:lpstr>
      <vt:lpstr>Click  "ADD  DEPENDENCIES..."</vt:lpstr>
      <vt:lpstr>Add "web"</vt:lpstr>
      <vt:lpstr>Then Click "GENERATE", open downloaded zip</vt:lpstr>
      <vt:lpstr>Extract All in a local dir   (example in c:\security-course)</vt:lpstr>
      <vt:lpstr>Explore Dir &amp; Files</vt:lpstr>
      <vt:lpstr>Explore Dir &amp; Files  from initializr "EXPLORE"</vt:lpstr>
      <vt:lpstr>pom.xml contains basic information  + springboot dependencies: starter-web</vt:lpstr>
      <vt:lpstr>TD Outline</vt:lpstr>
      <vt:lpstr>Launch your IDEA IntelliJ Open Project</vt:lpstr>
      <vt:lpstr>Click default "Load Maven Project"</vt:lpstr>
      <vt:lpstr>Wait few minutes  (downloading dependencies ...)</vt:lpstr>
      <vt:lpstr>Open the main class "DemoApplication" in  src/main/java/com.example.demo/</vt:lpstr>
      <vt:lpstr>Click on "Run" Debug button</vt:lpstr>
      <vt:lpstr>See Debug "Console" logs...  Tomcat started on port 8080 (http)</vt:lpstr>
      <vt:lpstr>TD Outline</vt:lpstr>
      <vt:lpstr>If server not running (or different port)</vt:lpstr>
      <vt:lpstr>404 … page not found</vt:lpstr>
      <vt:lpstr>Adding new file "src/main/resource/static/index.html"</vt:lpstr>
      <vt:lpstr>Relaunch</vt:lpstr>
      <vt:lpstr>Retry ...  Resfresh (F5) Web page login user / (new) generated password</vt:lpstr>
      <vt:lpstr>Add binding Java Code for http Requests</vt:lpstr>
      <vt:lpstr>Test Using Web Browser DevTool « fetch() »</vt:lpstr>
      <vt:lpstr>Open DevTools Tab « Network »</vt:lpstr>
      <vt:lpstr>DevTool  Console LOG INFO</vt:lpstr>
      <vt:lpstr>Testing Using CURL … need install Cmder https://cmder.app </vt:lpstr>
      <vt:lpstr>Open Terminal for Cmder</vt:lpstr>
      <vt:lpstr>$ curl    command</vt:lpstr>
      <vt:lpstr>Example curl GET</vt:lpstr>
      <vt:lpstr>Using Curl, with Headers « -H ‘key: value’ »</vt:lpstr>
      <vt:lpstr>Example http 406 (bad media)</vt:lpstr>
      <vt:lpstr>Test Using IntelliJ   « test.http » file</vt:lpstr>
      <vt:lpstr>Edit « test.http » file</vt:lpstr>
      <vt:lpstr>Test.http … request are executable </vt:lpstr>
      <vt:lpstr>Execute..</vt:lpstr>
      <vt:lpstr>Put Debug Breakpoints in Server</vt:lpstr>
      <vt:lpstr>Debug..</vt:lpstr>
      <vt:lpstr>Test Using Bruno  (or Postman) https://usebruno.com </vt:lpstr>
      <vt:lpstr>Bruno – Create Request</vt:lpstr>
      <vt:lpstr>Bruno – Request</vt:lpstr>
      <vt:lpstr>Execute Request</vt:lpstr>
      <vt:lpstr>OpenAPI – Swagger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1 - Web</dc:title>
  <dc:creator>arnaud</dc:creator>
  <cp:lastModifiedBy>arnaud</cp:lastModifiedBy>
  <cp:revision>9</cp:revision>
  <dcterms:created xsi:type="dcterms:W3CDTF">2025-10-14T13:33:26Z</dcterms:created>
  <dcterms:modified xsi:type="dcterms:W3CDTF">2025-10-14T14:45:27Z</dcterms:modified>
</cp:coreProperties>
</file>