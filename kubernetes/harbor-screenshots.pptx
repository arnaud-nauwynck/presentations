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99" r:id="rId7"/>
    <p:sldId id="300" r:id="rId8"/>
    <p:sldId id="337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13" r:id="rId17"/>
    <p:sldId id="308" r:id="rId18"/>
    <p:sldId id="314" r:id="rId19"/>
    <p:sldId id="309" r:id="rId20"/>
    <p:sldId id="310" r:id="rId21"/>
    <p:sldId id="311" r:id="rId22"/>
    <p:sldId id="312" r:id="rId23"/>
    <p:sldId id="315" r:id="rId24"/>
    <p:sldId id="316" r:id="rId25"/>
    <p:sldId id="317" r:id="rId26"/>
    <p:sldId id="318" r:id="rId27"/>
    <p:sldId id="319" r:id="rId28"/>
    <p:sldId id="320" r:id="rId29"/>
    <p:sldId id="321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A11EB-702A-4449-8A65-7C793438D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7CCA7D-5D99-4F45-9531-560B798AD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0468FB-6431-4A09-A7B2-79F91CF6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9A44D7-49C5-4C05-A86F-929D8363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79E726-FB53-48BE-BC33-C867A733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05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8DB7E8-C577-4797-8800-265AF563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99FE5-6B4E-42A1-BEEC-A66E69BDB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4BD65F-C39E-4B24-949C-886D2747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7EBE9F-003B-4CD3-994F-647C6043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CDDA6B-6FC0-41D8-8B20-0B37136A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2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0A588-B038-4C48-A06A-C4F4F40AC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27B9A-6B9C-4277-8011-9E5AF064E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789E7B-FB0C-4220-B81B-222DEAB7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D47F6E-5132-4450-800D-B872A181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E4EEB2-34E8-4DE8-9263-B76F2A83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71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B658D-3EB6-40C2-AA81-845D0C2C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FC324B-9D1E-47A6-B1A9-4D9A32169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9D011E-9266-452F-A612-DF0E7E4A2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7C19FE-D32F-4233-AC02-0CF3D1AF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5F8B72-E662-4B3C-847A-E3712369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D0B2FD-84D0-4D09-B32B-4B39289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95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B05BC2-BC28-4405-8D86-9D8AEEE9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A51396-2B63-4A26-BC0B-6D685080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AD5E56-3E8B-41C3-8765-6437AE15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1471D8-6B5F-4192-88A8-BB4A1BEB1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EB18030-A3A6-4A83-B8A0-9D0122255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BCA8D4-82B2-405F-8D18-2FAD5C2C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9E1CEA-824E-430E-BB5D-A10E94CA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E965EF-A57A-4171-AFC2-69BD50CA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2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F4CF54-9253-411E-8ED0-49D800B8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E4E7D3-4C56-44BA-91FD-0B9E7C61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E8831A-86C2-48B8-9A42-F69D8DDD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FA569E-2CC7-43BC-8CE4-678A3A2B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25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ED4697-9C9C-4AE2-9E79-D5AC1B5F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7D9C79-36A7-4D10-8C19-B1D39F4F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60A700-F008-474F-8C41-B47934AD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34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A04CE-0CF2-476B-9258-14E656842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63D78F-5792-4B27-9685-7B5FF1BFD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C64FD0-2E35-46FE-8229-D2B557338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EC335D-EF42-4D06-94B9-A9213CCB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25823E-8E48-4675-842C-0861804B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12B188-E54F-4221-BA3A-25AE15FE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70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4EA87-62F7-4E29-AEDE-D9F35D04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8221C8-5FDA-4231-A57A-E5E98800D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3E2E71-A733-4317-AC99-69ACD3F54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8E4FEE-068B-4CB6-B50A-74E8874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D430A4-537D-4712-9202-E7489A5F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3952B9-16C3-4BE7-BDB2-ED9DF40C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2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7B1FD-07A8-4FC9-B0C7-9EC201D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77050D-2CA6-4DFC-AD89-77C91E30A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578607-A2BC-424A-9515-7DFB3148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79D24-B577-464B-B77F-264B974D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545DC7-A42B-4ADE-9F50-4F94ED43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98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4F92F07-B924-494F-A6D9-5593F7987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9441D8-00B6-4083-88D2-32C5C76FC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02ED3-C1B5-46C4-819E-F3015D39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D0EDAC-6246-4732-916C-21F3F3A6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C53D81-9607-474A-A93B-B0B27802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12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32EBDA-0754-439E-B751-5E1684A3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86970-C17C-4662-B404-95849C77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E56D59-6C23-42A1-9107-878EC36E7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F77556-EA7F-40BD-8CB9-A2A7E94D2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FDF202-9BFC-4BE8-8B47-73AF498CF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57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ttps/goharbor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oharbor/harbo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0ABC1-392C-4391-8FD7-6524A3545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Harbor </a:t>
            </a:r>
            <a:r>
              <a:rPr lang="fr-FR" dirty="0" err="1"/>
              <a:t>Screenshots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D8ECA1-B2F0-4A6B-9363-1B2F1B13D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7052"/>
            <a:ext cx="9144000" cy="660748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136016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CED2DC-6FBC-47EB-8752-749613E29705}"/>
              </a:ext>
            </a:extLst>
          </p:cNvPr>
          <p:cNvSpPr txBox="1"/>
          <p:nvPr/>
        </p:nvSpPr>
        <p:spPr>
          <a:xfrm>
            <a:off x="1640910" y="1227551"/>
            <a:ext cx="4444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dirty="0"/>
              <a:t>Discover Harbor</a:t>
            </a:r>
          </a:p>
          <a:p>
            <a:pPr marL="571500" indent="-571500">
              <a:buFontTx/>
              <a:buChar char="-"/>
            </a:pPr>
            <a:r>
              <a:rPr lang="fr-FR" sz="3600" dirty="0"/>
              <a:t>Harbor </a:t>
            </a:r>
            <a:r>
              <a:rPr lang="fr-FR" sz="3600" dirty="0" err="1"/>
              <a:t>Screenshots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99852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Discover Harbor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53F1AC-EC96-4E5C-AC5C-328CEA17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99" y="789140"/>
            <a:ext cx="8435079" cy="598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7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7341"/>
          </a:xfrm>
        </p:spPr>
        <p:txBody>
          <a:bodyPr>
            <a:normAutofit fontScale="90000"/>
          </a:bodyPr>
          <a:lstStyle/>
          <a:p>
            <a:r>
              <a:rPr lang="fr-FR" dirty="0"/>
              <a:t>Discover Harbor (web site)</a:t>
            </a:r>
            <a:br>
              <a:rPr lang="fr-FR" dirty="0"/>
            </a:br>
            <a:r>
              <a:rPr lang="fr-FR" dirty="0">
                <a:hlinkClick r:id="rId2"/>
              </a:rPr>
              <a:t>https://https://goharbor.io/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D47DE1-AEC7-497F-BB49-C6E049D2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17" y="1265129"/>
            <a:ext cx="9971337" cy="55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8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79676"/>
          </a:xfrm>
        </p:spPr>
        <p:txBody>
          <a:bodyPr>
            <a:normAutofit fontScale="90000"/>
          </a:bodyPr>
          <a:lstStyle/>
          <a:p>
            <a:r>
              <a:rPr lang="fr-FR" dirty="0"/>
              <a:t>Discover Harbor (source code)</a:t>
            </a:r>
            <a:br>
              <a:rPr lang="fr-FR" dirty="0"/>
            </a:br>
            <a:r>
              <a:rPr lang="fr-FR" dirty="0">
                <a:hlinkClick r:id="rId2"/>
              </a:rPr>
              <a:t>https://github.com/goharbor/harbor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4279E5-29BB-4618-811B-881645AF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43" y="1279677"/>
            <a:ext cx="9342930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9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DA132-A457-4A3C-A3CB-9A77BF8F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6824"/>
          </a:xfrm>
        </p:spPr>
        <p:txBody>
          <a:bodyPr>
            <a:normAutofit/>
          </a:bodyPr>
          <a:lstStyle/>
          <a:p>
            <a:r>
              <a:rPr lang="fr-FR" dirty="0"/>
              <a:t>Login (</a:t>
            </a:r>
            <a:r>
              <a:rPr lang="fr-FR" dirty="0" err="1"/>
              <a:t>defaut</a:t>
            </a:r>
            <a:r>
              <a:rPr lang="fr-FR" dirty="0"/>
              <a:t>:  « admin » / « Harbor12345 »)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C42F30-0987-4137-B0F3-DF4DF727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024" y="1091124"/>
            <a:ext cx="10229385" cy="512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86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A969C-B190-4903-9126-4DB6E871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2098"/>
          </a:xfrm>
        </p:spPr>
        <p:txBody>
          <a:bodyPr/>
          <a:lstStyle/>
          <a:p>
            <a:r>
              <a:rPr lang="fr-FR" dirty="0"/>
              <a:t>Home Page: </a:t>
            </a:r>
            <a:r>
              <a:rPr lang="fr-FR" dirty="0" err="1"/>
              <a:t>Projects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E6F464-5276-446E-A90A-C61858B86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8" y="892098"/>
            <a:ext cx="11353800" cy="568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0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2365B-B828-4B53-B358-2D6D63B2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2886"/>
          </a:xfrm>
        </p:spPr>
        <p:txBody>
          <a:bodyPr>
            <a:normAutofit/>
          </a:bodyPr>
          <a:lstStyle/>
          <a:p>
            <a:r>
              <a:rPr lang="fr-FR" dirty="0"/>
              <a:t>Harbor Model:  Projet &gt; Repository &gt; Image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D146CFE-9B14-4548-A69B-5B4BD8C732EF}"/>
              </a:ext>
            </a:extLst>
          </p:cNvPr>
          <p:cNvSpPr txBox="1"/>
          <p:nvPr/>
        </p:nvSpPr>
        <p:spPr>
          <a:xfrm>
            <a:off x="2721686" y="1807284"/>
            <a:ext cx="763920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Project</a:t>
            </a:r>
            <a:r>
              <a:rPr lang="fr-FR" sz="2400" dirty="0"/>
              <a:t>   =   </a:t>
            </a:r>
            <a:r>
              <a:rPr lang="fr-FR" sz="2400" dirty="0" err="1"/>
              <a:t>belongs</a:t>
            </a:r>
            <a:r>
              <a:rPr lang="fr-FR" sz="2400" dirty="0"/>
              <a:t> to a </a:t>
            </a:r>
            <a:r>
              <a:rPr lang="fr-FR" sz="2400" dirty="0" err="1"/>
              <a:t>list</a:t>
            </a:r>
            <a:r>
              <a:rPr lang="fr-FR" sz="2400" dirty="0"/>
              <a:t> of </a:t>
            </a:r>
            <a:r>
              <a:rPr lang="fr-FR" sz="2400" dirty="0" err="1"/>
              <a:t>member</a:t>
            </a:r>
            <a:r>
              <a:rPr lang="fr-FR" sz="2400" dirty="0"/>
              <a:t> </a:t>
            </a:r>
            <a:r>
              <a:rPr lang="fr-FR" sz="2400" dirty="0" err="1"/>
              <a:t>Users</a:t>
            </a:r>
            <a:r>
              <a:rPr lang="fr-FR" sz="2400" dirty="0"/>
              <a:t>   (= to a team)</a:t>
            </a:r>
          </a:p>
          <a:p>
            <a:endParaRPr lang="fr-FR" sz="2400" dirty="0"/>
          </a:p>
          <a:p>
            <a:r>
              <a:rPr lang="fr-FR" sz="2400" dirty="0"/>
              <a:t>   </a:t>
            </a:r>
            <a:r>
              <a:rPr lang="fr-FR" sz="2400" dirty="0" err="1"/>
              <a:t>contains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 </a:t>
            </a:r>
            <a:r>
              <a:rPr lang="fr-FR" sz="2400" b="1" dirty="0"/>
              <a:t>Repositories</a:t>
            </a:r>
            <a:r>
              <a:rPr lang="fr-FR" sz="2400" dirty="0"/>
              <a:t>    =   </a:t>
            </a:r>
            <a:r>
              <a:rPr lang="fr-FR" sz="2400" dirty="0" err="1"/>
              <a:t>logical</a:t>
            </a:r>
            <a:r>
              <a:rPr lang="fr-FR" sz="2400" dirty="0"/>
              <a:t> </a:t>
            </a:r>
            <a:r>
              <a:rPr lang="fr-FR" sz="2400" dirty="0" err="1"/>
              <a:t>name</a:t>
            </a:r>
            <a:r>
              <a:rPr lang="fr-FR" sz="2400" dirty="0"/>
              <a:t> of Image </a:t>
            </a:r>
            <a:r>
              <a:rPr lang="fr-FR" sz="2400" dirty="0" err="1"/>
              <a:t>that</a:t>
            </a:r>
            <a:r>
              <a:rPr lang="fr-FR" sz="2400" dirty="0"/>
              <a:t> are </a:t>
            </a:r>
            <a:r>
              <a:rPr lang="fr-FR" sz="2400" dirty="0" err="1"/>
              <a:t>pushed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    </a:t>
            </a:r>
            <a:r>
              <a:rPr lang="fr-FR" sz="2400" dirty="0" err="1"/>
              <a:t>contains</a:t>
            </a:r>
            <a:r>
              <a:rPr lang="fr-FR" sz="2400" dirty="0"/>
              <a:t> </a:t>
            </a:r>
          </a:p>
          <a:p>
            <a:endParaRPr lang="fr-FR" sz="2400" dirty="0"/>
          </a:p>
          <a:p>
            <a:r>
              <a:rPr lang="fr-FR" sz="2400" dirty="0"/>
              <a:t>           </a:t>
            </a:r>
            <a:r>
              <a:rPr lang="fr-FR" sz="2400" b="1" dirty="0"/>
              <a:t>Docker Image</a:t>
            </a:r>
            <a:r>
              <a:rPr lang="fr-FR" sz="2400" dirty="0"/>
              <a:t> tags/versions/</a:t>
            </a:r>
            <a:r>
              <a:rPr lang="fr-FR" sz="2400" dirty="0" err="1"/>
              <a:t>sha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            has </a:t>
            </a:r>
            <a:r>
              <a:rPr lang="fr-FR" sz="2400" dirty="0" err="1"/>
              <a:t>Scanned</a:t>
            </a:r>
            <a:r>
              <a:rPr lang="fr-FR" sz="2400" dirty="0"/>
              <a:t> </a:t>
            </a:r>
            <a:r>
              <a:rPr lang="fr-FR" sz="2400" dirty="0" err="1"/>
              <a:t>result</a:t>
            </a:r>
            <a:r>
              <a:rPr lang="fr-FR" sz="2400" dirty="0"/>
              <a:t>,  </a:t>
            </a:r>
            <a:r>
              <a:rPr lang="fr-FR" sz="2400" dirty="0" err="1"/>
              <a:t>contains</a:t>
            </a:r>
            <a:r>
              <a:rPr lang="fr-FR" sz="2400" dirty="0"/>
              <a:t> </a:t>
            </a:r>
            <a:r>
              <a:rPr lang="fr-FR" sz="2400" dirty="0" err="1"/>
              <a:t>Vulnerabilities</a:t>
            </a:r>
            <a:br>
              <a:rPr lang="fr-FR" sz="2400" dirty="0"/>
            </a:br>
            <a:r>
              <a:rPr lang="fr-FR" sz="2400" dirty="0"/>
              <a:t>              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76293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545DB2-00FA-4A40-A428-9EDCD27C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1840"/>
          </a:xfrm>
        </p:spPr>
        <p:txBody>
          <a:bodyPr>
            <a:normAutofit/>
          </a:bodyPr>
          <a:lstStyle/>
          <a:p>
            <a:r>
              <a:rPr lang="fr-FR" dirty="0"/>
              <a:t>New User  « user1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887DE0-DCDB-4658-8D8F-1F0CDEA9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08" y="921841"/>
            <a:ext cx="9740792" cy="582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7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F1EE3-BF2E-44FE-9C57-973D75A4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9434"/>
          </a:xfrm>
        </p:spPr>
        <p:txBody>
          <a:bodyPr>
            <a:normAutofit/>
          </a:bodyPr>
          <a:lstStyle/>
          <a:p>
            <a:r>
              <a:rPr lang="fr-FR" dirty="0" err="1"/>
              <a:t>Users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B8A38B-BE03-4D7D-8D83-60FBCF72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2" y="1307692"/>
            <a:ext cx="10557518" cy="51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2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New Robot </a:t>
            </a:r>
            <a:r>
              <a:rPr lang="fr-FR" dirty="0" err="1"/>
              <a:t>Account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89F976-3B99-4B18-BD1F-33B29C44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276" y="1142310"/>
            <a:ext cx="9091448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1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Robot </a:t>
            </a:r>
            <a:r>
              <a:rPr lang="fr-FR" dirty="0" err="1"/>
              <a:t>Account</a:t>
            </a:r>
            <a:r>
              <a:rPr lang="fr-FR" dirty="0"/>
              <a:t> – System Permissions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2469D3-DE67-46A1-95CB-6752D3704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303" y="1384385"/>
            <a:ext cx="8992379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57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Robot </a:t>
            </a:r>
            <a:r>
              <a:rPr lang="fr-FR" dirty="0" err="1"/>
              <a:t>Account</a:t>
            </a:r>
            <a:r>
              <a:rPr lang="fr-FR" dirty="0"/>
              <a:t> – Project Permissions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E430BB-AF79-41C0-B1AB-1A09DE60C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224" y="834165"/>
            <a:ext cx="9129551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 err="1"/>
              <a:t>Registries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6F0F7C-B66A-4689-9C5C-B4E77CBC1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391" y="870376"/>
            <a:ext cx="7887383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6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 err="1"/>
              <a:t>Projects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87E79F-2190-4070-8BF1-4E043FF97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41" y="838602"/>
            <a:ext cx="10425063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20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 err="1"/>
              <a:t>Projects</a:t>
            </a:r>
            <a:r>
              <a:rPr lang="fr-FR" dirty="0"/>
              <a:t> List  (</a:t>
            </a:r>
            <a:r>
              <a:rPr lang="fr-FR" dirty="0" err="1"/>
              <a:t>Private+Public</a:t>
            </a:r>
            <a:r>
              <a:rPr lang="fr-FR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56E781-4A59-48C0-A0EB-92C9DA5E8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350"/>
            <a:ext cx="12192000" cy="566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86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- </a:t>
            </a:r>
            <a:r>
              <a:rPr lang="fr-FR" dirty="0" err="1"/>
              <a:t>Members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01CD6A-9421-4D59-AADA-B3683B54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2" y="1497162"/>
            <a:ext cx="11941575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3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Member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F92B31-040B-4D83-8194-042F7C52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70" y="1478565"/>
            <a:ext cx="7788315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74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Retention</a:t>
            </a:r>
            <a:r>
              <a:rPr lang="fr-FR" dirty="0"/>
              <a:t> Rule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13979A-D465-41CC-ABED-AAA8541C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43" y="1028492"/>
            <a:ext cx="8230313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97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</a:t>
            </a:r>
            <a:r>
              <a:rPr lang="fr-FR" dirty="0" err="1"/>
              <a:t>Create</a:t>
            </a:r>
            <a:r>
              <a:rPr lang="fr-FR" dirty="0"/>
              <a:t> Robot </a:t>
            </a:r>
            <a:r>
              <a:rPr lang="fr-FR" dirty="0" err="1"/>
              <a:t>Account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866F0D-0E6D-4B3A-92AC-DF105CD4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99" y="1082743"/>
            <a:ext cx="8779001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19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Robot </a:t>
            </a:r>
            <a:r>
              <a:rPr lang="fr-FR" dirty="0" err="1"/>
              <a:t>Account</a:t>
            </a:r>
            <a:r>
              <a:rPr lang="fr-FR" dirty="0"/>
              <a:t> Permissions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D849B40-E921-4B2A-900F-63FFC59F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10" y="1235889"/>
            <a:ext cx="8771380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48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-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Webhook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CDA952-E1AF-4027-BF3C-A6F3C004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635" y="934873"/>
            <a:ext cx="5883150" cy="57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4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Configuration (1/2)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3880EA-5C49-4AF2-8B73-9996AC18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1" y="867126"/>
            <a:ext cx="11964437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29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Project – Configuration (2/2)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C05687-67AA-4DF5-85DC-E4055B24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2" y="1291405"/>
            <a:ext cx="11949195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49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Configuration (global) – CVE </a:t>
            </a:r>
            <a:r>
              <a:rPr lang="fr-FR" dirty="0" err="1"/>
              <a:t>allowlist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FC7074-B5E9-4A6D-B087-BAE3F361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5" y="782357"/>
            <a:ext cx="11608419" cy="607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01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Configuration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463391-67E2-4E1E-9924-52505F52E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7870"/>
            <a:ext cx="12192000" cy="564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69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Interrogation Services (=&gt; Trivy)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5AC61A-5AB4-4F06-81C8-B3994B197152}"/>
              </a:ext>
            </a:extLst>
          </p:cNvPr>
          <p:cNvSpPr txBox="1"/>
          <p:nvPr/>
        </p:nvSpPr>
        <p:spPr>
          <a:xfrm>
            <a:off x="434898" y="847493"/>
            <a:ext cx="495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 installation:   </a:t>
            </a:r>
            <a:r>
              <a:rPr lang="fr-FR" dirty="0" err="1"/>
              <a:t>sudo</a:t>
            </a:r>
            <a:r>
              <a:rPr lang="fr-FR" dirty="0"/>
              <a:t> ./installer.sh </a:t>
            </a:r>
            <a:r>
              <a:rPr lang="fr-FR" b="1" dirty="0"/>
              <a:t>--</a:t>
            </a:r>
            <a:r>
              <a:rPr lang="fr-FR" b="1" dirty="0" err="1"/>
              <a:t>with-trivy</a:t>
            </a:r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5C7A46-AE41-45C1-AFD8-5B643EBB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862"/>
            <a:ext cx="12192000" cy="493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16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r>
              <a:rPr lang="fr-FR" dirty="0"/>
              <a:t>Test pushing / </a:t>
            </a:r>
            <a:r>
              <a:rPr lang="fr-FR" dirty="0" err="1"/>
              <a:t>Pulling</a:t>
            </a:r>
            <a:r>
              <a:rPr lang="fr-FR" dirty="0"/>
              <a:t> Image to Docker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4444FF-D7EC-4C4A-BD81-F981D59A1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2152539"/>
            <a:ext cx="9563929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14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95B51-65E3-43F2-A98D-4E039D5C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284"/>
          </a:xfrm>
        </p:spPr>
        <p:txBody>
          <a:bodyPr>
            <a:norm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51424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211</Words>
  <Application>Microsoft Office PowerPoint</Application>
  <PresentationFormat>Grand écran</PresentationFormat>
  <Paragraphs>43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Thème Office</vt:lpstr>
      <vt:lpstr>Harbor Screenshots</vt:lpstr>
      <vt:lpstr>Outline</vt:lpstr>
      <vt:lpstr>Discover Harbor</vt:lpstr>
      <vt:lpstr>Discover Harbor (web site) https://https://goharbor.io/ </vt:lpstr>
      <vt:lpstr>Discover Harbor (source code) https://github.com/goharbor/harbor </vt:lpstr>
      <vt:lpstr>Login (defaut:  « admin » / « Harbor12345 »)</vt:lpstr>
      <vt:lpstr>Home Page: Projects</vt:lpstr>
      <vt:lpstr>Harbor Model:  Projet &gt; Repository &gt; Image</vt:lpstr>
      <vt:lpstr>New User  « user1 »</vt:lpstr>
      <vt:lpstr>Users</vt:lpstr>
      <vt:lpstr>New Robot Account</vt:lpstr>
      <vt:lpstr>Robot Account – System Permissions</vt:lpstr>
      <vt:lpstr>Robot Account – Project Permissions</vt:lpstr>
      <vt:lpstr>Registries</vt:lpstr>
      <vt:lpstr>Projects</vt:lpstr>
      <vt:lpstr>Projects List  (Private+Public)</vt:lpstr>
      <vt:lpstr>Project - Members</vt:lpstr>
      <vt:lpstr>Project – Add Member</vt:lpstr>
      <vt:lpstr>Project – Add Retention Rule</vt:lpstr>
      <vt:lpstr>Project – Create Robot Account</vt:lpstr>
      <vt:lpstr>Project – Robot Account Permissions</vt:lpstr>
      <vt:lpstr>Project - Add Webhook</vt:lpstr>
      <vt:lpstr>Project – Configuration (1/2)</vt:lpstr>
      <vt:lpstr>Project – Configuration (2/2)</vt:lpstr>
      <vt:lpstr>Configuration (global) – CVE allowlist</vt:lpstr>
      <vt:lpstr>Configuration</vt:lpstr>
      <vt:lpstr>Interrogation Services (=&gt; Trivy)</vt:lpstr>
      <vt:lpstr>Test pushing / Pulling Image to Docker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Harbor</dc:title>
  <dc:creator>arnaud</dc:creator>
  <cp:lastModifiedBy>arnaud</cp:lastModifiedBy>
  <cp:revision>42</cp:revision>
  <dcterms:created xsi:type="dcterms:W3CDTF">2026-03-14T14:06:29Z</dcterms:created>
  <dcterms:modified xsi:type="dcterms:W3CDTF">2026-03-15T15:38:16Z</dcterms:modified>
</cp:coreProperties>
</file>